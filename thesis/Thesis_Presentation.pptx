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  <p:sldMasterId id="2147483688" r:id="rId3"/>
    <p:sldMasterId id="2147484302" r:id="rId4"/>
    <p:sldMasterId id="2147484308" r:id="rId5"/>
    <p:sldMasterId id="2147484334" r:id="rId6"/>
    <p:sldMasterId id="2147484339" r:id="rId7"/>
    <p:sldMasterId id="2147484368" r:id="rId8"/>
  </p:sldMasterIdLst>
  <p:sldIdLst>
    <p:sldId id="260" r:id="rId9"/>
    <p:sldId id="257" r:id="rId10"/>
    <p:sldId id="268" r:id="rId11"/>
    <p:sldId id="265" r:id="rId12"/>
    <p:sldId id="266" r:id="rId13"/>
    <p:sldId id="271" r:id="rId14"/>
    <p:sldId id="272" r:id="rId15"/>
    <p:sldId id="267" r:id="rId16"/>
    <p:sldId id="284" r:id="rId17"/>
    <p:sldId id="289" r:id="rId18"/>
    <p:sldId id="285" r:id="rId19"/>
    <p:sldId id="273" r:id="rId20"/>
    <p:sldId id="276" r:id="rId21"/>
    <p:sldId id="278" r:id="rId22"/>
    <p:sldId id="277" r:id="rId23"/>
    <p:sldId id="279" r:id="rId24"/>
    <p:sldId id="280" r:id="rId25"/>
    <p:sldId id="274" r:id="rId26"/>
    <p:sldId id="281" r:id="rId27"/>
    <p:sldId id="282" r:id="rId28"/>
    <p:sldId id="283" r:id="rId29"/>
    <p:sldId id="286" r:id="rId30"/>
    <p:sldId id="287" r:id="rId31"/>
    <p:sldId id="288" r:id="rId32"/>
    <p:sldId id="290" r:id="rId33"/>
    <p:sldId id="292" r:id="rId34"/>
    <p:sldId id="291" r:id="rId35"/>
    <p:sldId id="293" r:id="rId36"/>
    <p:sldId id="294" r:id="rId37"/>
    <p:sldId id="295" r:id="rId38"/>
    <p:sldId id="296" r:id="rId39"/>
    <p:sldId id="297" r:id="rId40"/>
    <p:sldId id="298" r:id="rId41"/>
    <p:sldId id="300" r:id="rId42"/>
    <p:sldId id="29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2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theme" Target="theme/theme1.xml"/><Relationship Id="rId20" Type="http://schemas.openxmlformats.org/officeDocument/2006/relationships/slide" Target="slides/slide12.xml"/><Relationship Id="rId41" Type="http://schemas.openxmlformats.org/officeDocument/2006/relationships/slide" Target="slides/slide3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layout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3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183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1F0744C-A24C-BC62-1ECD-096ECE43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CD2C83EF-AE54-9EC8-3341-FC7909FDC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5" indent="0" algn="ctr">
              <a:buNone/>
              <a:defRPr sz="1601"/>
            </a:lvl4pPr>
            <a:lvl5pPr marL="1828845" indent="0" algn="ctr">
              <a:buNone/>
              <a:defRPr sz="1601"/>
            </a:lvl5pPr>
            <a:lvl6pPr marL="2286057" indent="0" algn="ctr">
              <a:buNone/>
              <a:defRPr sz="1601"/>
            </a:lvl6pPr>
            <a:lvl7pPr marL="2743268" indent="0" algn="ctr">
              <a:buNone/>
              <a:defRPr sz="1601"/>
            </a:lvl7pPr>
            <a:lvl8pPr marL="3200480" indent="0" algn="ctr">
              <a:buNone/>
              <a:defRPr sz="1601"/>
            </a:lvl8pPr>
            <a:lvl9pPr marL="3657692" indent="0" algn="ctr">
              <a:buNone/>
              <a:defRPr sz="1601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GB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283528E-58CA-C528-E8F5-5F0DA17E1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ABC694A-9E5D-192C-CA09-30B04CBB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BCC34C46-4309-894D-9C4A-F85D0ABDF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168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34BEBF-DAD7-1E03-4217-6C761B94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D60D205-116B-3442-C688-45CC25DCB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228300CB-DAF0-36A4-62BA-C441FA8E2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D7BAD64-0B52-F922-7475-87A80538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6EFB5BF1-7C8D-DDA3-576D-4BBB6129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00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6E86A4C-8E40-4F87-A4F0-01A0687C5742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98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2" y="33951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1DE2E88-6A87-4923-A695-C08C6C89DECA}"/>
              </a:ext>
            </a:extLst>
          </p:cNvPr>
          <p:cNvSpPr/>
          <p:nvPr userDrawn="1"/>
        </p:nvSpPr>
        <p:spPr>
          <a:xfrm>
            <a:off x="173634" y="4"/>
            <a:ext cx="942221" cy="1583240"/>
          </a:xfrm>
          <a:custGeom>
            <a:avLst/>
            <a:gdLst>
              <a:gd name="connsiteX0" fmla="*/ 238907 w 561676"/>
              <a:gd name="connsiteY0" fmla="*/ 482 h 943801"/>
              <a:gd name="connsiteX1" fmla="*/ 358608 w 561676"/>
              <a:gd name="connsiteY1" fmla="*/ 22 h 943801"/>
              <a:gd name="connsiteX2" fmla="*/ 390836 w 561676"/>
              <a:gd name="connsiteY2" fmla="*/ 22581 h 943801"/>
              <a:gd name="connsiteX3" fmla="*/ 563022 w 561676"/>
              <a:gd name="connsiteY3" fmla="*/ 488036 h 943801"/>
              <a:gd name="connsiteX4" fmla="*/ 540923 w 561676"/>
              <a:gd name="connsiteY4" fmla="*/ 517501 h 943801"/>
              <a:gd name="connsiteX5" fmla="*/ 319015 w 561676"/>
              <a:gd name="connsiteY5" fmla="*/ 517501 h 943801"/>
              <a:gd name="connsiteX6" fmla="*/ 295075 w 561676"/>
              <a:gd name="connsiteY6" fmla="*/ 551109 h 943801"/>
              <a:gd name="connsiteX7" fmla="*/ 434573 w 561676"/>
              <a:gd name="connsiteY7" fmla="*/ 912056 h 943801"/>
              <a:gd name="connsiteX8" fmla="*/ 437796 w 561676"/>
              <a:gd name="connsiteY8" fmla="*/ 920343 h 943801"/>
              <a:gd name="connsiteX9" fmla="*/ 431811 w 561676"/>
              <a:gd name="connsiteY9" fmla="*/ 944743 h 943801"/>
              <a:gd name="connsiteX10" fmla="*/ 408331 w 561676"/>
              <a:gd name="connsiteY10" fmla="*/ 935996 h 943801"/>
              <a:gd name="connsiteX11" fmla="*/ 288169 w 561676"/>
              <a:gd name="connsiteY11" fmla="*/ 771176 h 943801"/>
              <a:gd name="connsiteX12" fmla="*/ 10553 w 561676"/>
              <a:gd name="connsiteY12" fmla="*/ 389973 h 943801"/>
              <a:gd name="connsiteX13" fmla="*/ 2266 w 561676"/>
              <a:gd name="connsiteY13" fmla="*/ 361428 h 943801"/>
              <a:gd name="connsiteX14" fmla="*/ 28969 w 561676"/>
              <a:gd name="connsiteY14" fmla="*/ 352681 h 943801"/>
              <a:gd name="connsiteX15" fmla="*/ 185502 w 561676"/>
              <a:gd name="connsiteY15" fmla="*/ 352681 h 943801"/>
              <a:gd name="connsiteX16" fmla="*/ 208061 w 561676"/>
              <a:gd name="connsiteY16" fmla="*/ 319993 h 943801"/>
              <a:gd name="connsiteX17" fmla="*/ 97567 w 561676"/>
              <a:gd name="connsiteY17" fmla="*/ 34551 h 943801"/>
              <a:gd name="connsiteX18" fmla="*/ 120587 w 561676"/>
              <a:gd name="connsiteY18" fmla="*/ 482 h 943801"/>
              <a:gd name="connsiteX19" fmla="*/ 238907 w 561676"/>
              <a:gd name="connsiteY19" fmla="*/ 482 h 9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61676" h="943801">
                <a:moveTo>
                  <a:pt x="238907" y="482"/>
                </a:moveTo>
                <a:cubicBezTo>
                  <a:pt x="278961" y="482"/>
                  <a:pt x="318555" y="1403"/>
                  <a:pt x="358608" y="22"/>
                </a:cubicBezTo>
                <a:cubicBezTo>
                  <a:pt x="376103" y="-439"/>
                  <a:pt x="384851" y="6467"/>
                  <a:pt x="390836" y="22581"/>
                </a:cubicBezTo>
                <a:cubicBezTo>
                  <a:pt x="447924" y="178193"/>
                  <a:pt x="505473" y="333344"/>
                  <a:pt x="563022" y="488036"/>
                </a:cubicBezTo>
                <a:cubicBezTo>
                  <a:pt x="570388" y="508293"/>
                  <a:pt x="563943" y="517501"/>
                  <a:pt x="540923" y="517501"/>
                </a:cubicBezTo>
                <a:cubicBezTo>
                  <a:pt x="466800" y="517501"/>
                  <a:pt x="393138" y="517501"/>
                  <a:pt x="319015" y="517501"/>
                </a:cubicBezTo>
                <a:cubicBezTo>
                  <a:pt x="290010" y="517501"/>
                  <a:pt x="284946" y="524407"/>
                  <a:pt x="295075" y="551109"/>
                </a:cubicBezTo>
                <a:cubicBezTo>
                  <a:pt x="341574" y="671271"/>
                  <a:pt x="388074" y="791894"/>
                  <a:pt x="434573" y="912056"/>
                </a:cubicBezTo>
                <a:cubicBezTo>
                  <a:pt x="435494" y="914818"/>
                  <a:pt x="436875" y="917580"/>
                  <a:pt x="437796" y="920343"/>
                </a:cubicBezTo>
                <a:cubicBezTo>
                  <a:pt x="441018" y="930011"/>
                  <a:pt x="442400" y="939219"/>
                  <a:pt x="431811" y="944743"/>
                </a:cubicBezTo>
                <a:cubicBezTo>
                  <a:pt x="421222" y="950268"/>
                  <a:pt x="414316" y="944283"/>
                  <a:pt x="408331" y="935996"/>
                </a:cubicBezTo>
                <a:cubicBezTo>
                  <a:pt x="368277" y="880749"/>
                  <a:pt x="328223" y="825963"/>
                  <a:pt x="288169" y="771176"/>
                </a:cubicBezTo>
                <a:cubicBezTo>
                  <a:pt x="195630" y="644108"/>
                  <a:pt x="103092" y="517040"/>
                  <a:pt x="10553" y="389973"/>
                </a:cubicBezTo>
                <a:cubicBezTo>
                  <a:pt x="4568" y="381685"/>
                  <a:pt x="-4179" y="373398"/>
                  <a:pt x="2266" y="361428"/>
                </a:cubicBezTo>
                <a:cubicBezTo>
                  <a:pt x="8251" y="350839"/>
                  <a:pt x="19301" y="352681"/>
                  <a:pt x="28969" y="352681"/>
                </a:cubicBezTo>
                <a:cubicBezTo>
                  <a:pt x="80993" y="352681"/>
                  <a:pt x="133477" y="352681"/>
                  <a:pt x="185502" y="352681"/>
                </a:cubicBezTo>
                <a:cubicBezTo>
                  <a:pt x="211744" y="352681"/>
                  <a:pt x="217269" y="344394"/>
                  <a:pt x="208061" y="319993"/>
                </a:cubicBezTo>
                <a:cubicBezTo>
                  <a:pt x="171230" y="224692"/>
                  <a:pt x="134398" y="129391"/>
                  <a:pt x="97567" y="34551"/>
                </a:cubicBezTo>
                <a:cubicBezTo>
                  <a:pt x="86978" y="7388"/>
                  <a:pt x="91582" y="482"/>
                  <a:pt x="120587" y="482"/>
                </a:cubicBezTo>
                <a:cubicBezTo>
                  <a:pt x="160180" y="482"/>
                  <a:pt x="199313" y="482"/>
                  <a:pt x="238907" y="482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4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115276D-F3BF-43F2-930C-943D3CCC450E}"/>
              </a:ext>
            </a:extLst>
          </p:cNvPr>
          <p:cNvSpPr/>
          <p:nvPr userDrawn="1"/>
        </p:nvSpPr>
        <p:spPr>
          <a:xfrm>
            <a:off x="1265751" y="0"/>
            <a:ext cx="542368" cy="911357"/>
          </a:xfrm>
          <a:custGeom>
            <a:avLst/>
            <a:gdLst>
              <a:gd name="connsiteX0" fmla="*/ 238907 w 561676"/>
              <a:gd name="connsiteY0" fmla="*/ 482 h 943801"/>
              <a:gd name="connsiteX1" fmla="*/ 358608 w 561676"/>
              <a:gd name="connsiteY1" fmla="*/ 22 h 943801"/>
              <a:gd name="connsiteX2" fmla="*/ 390836 w 561676"/>
              <a:gd name="connsiteY2" fmla="*/ 22581 h 943801"/>
              <a:gd name="connsiteX3" fmla="*/ 563022 w 561676"/>
              <a:gd name="connsiteY3" fmla="*/ 488036 h 943801"/>
              <a:gd name="connsiteX4" fmla="*/ 540923 w 561676"/>
              <a:gd name="connsiteY4" fmla="*/ 517501 h 943801"/>
              <a:gd name="connsiteX5" fmla="*/ 319015 w 561676"/>
              <a:gd name="connsiteY5" fmla="*/ 517501 h 943801"/>
              <a:gd name="connsiteX6" fmla="*/ 295075 w 561676"/>
              <a:gd name="connsiteY6" fmla="*/ 551109 h 943801"/>
              <a:gd name="connsiteX7" fmla="*/ 434573 w 561676"/>
              <a:gd name="connsiteY7" fmla="*/ 912056 h 943801"/>
              <a:gd name="connsiteX8" fmla="*/ 437796 w 561676"/>
              <a:gd name="connsiteY8" fmla="*/ 920343 h 943801"/>
              <a:gd name="connsiteX9" fmla="*/ 431811 w 561676"/>
              <a:gd name="connsiteY9" fmla="*/ 944743 h 943801"/>
              <a:gd name="connsiteX10" fmla="*/ 408331 w 561676"/>
              <a:gd name="connsiteY10" fmla="*/ 935996 h 943801"/>
              <a:gd name="connsiteX11" fmla="*/ 288169 w 561676"/>
              <a:gd name="connsiteY11" fmla="*/ 771176 h 943801"/>
              <a:gd name="connsiteX12" fmla="*/ 10553 w 561676"/>
              <a:gd name="connsiteY12" fmla="*/ 389973 h 943801"/>
              <a:gd name="connsiteX13" fmla="*/ 2266 w 561676"/>
              <a:gd name="connsiteY13" fmla="*/ 361428 h 943801"/>
              <a:gd name="connsiteX14" fmla="*/ 28969 w 561676"/>
              <a:gd name="connsiteY14" fmla="*/ 352681 h 943801"/>
              <a:gd name="connsiteX15" fmla="*/ 185502 w 561676"/>
              <a:gd name="connsiteY15" fmla="*/ 352681 h 943801"/>
              <a:gd name="connsiteX16" fmla="*/ 208061 w 561676"/>
              <a:gd name="connsiteY16" fmla="*/ 319993 h 943801"/>
              <a:gd name="connsiteX17" fmla="*/ 97567 w 561676"/>
              <a:gd name="connsiteY17" fmla="*/ 34551 h 943801"/>
              <a:gd name="connsiteX18" fmla="*/ 120587 w 561676"/>
              <a:gd name="connsiteY18" fmla="*/ 482 h 943801"/>
              <a:gd name="connsiteX19" fmla="*/ 238907 w 561676"/>
              <a:gd name="connsiteY19" fmla="*/ 482 h 9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61676" h="943801">
                <a:moveTo>
                  <a:pt x="238907" y="482"/>
                </a:moveTo>
                <a:cubicBezTo>
                  <a:pt x="278961" y="482"/>
                  <a:pt x="318555" y="1403"/>
                  <a:pt x="358608" y="22"/>
                </a:cubicBezTo>
                <a:cubicBezTo>
                  <a:pt x="376103" y="-439"/>
                  <a:pt x="384851" y="6467"/>
                  <a:pt x="390836" y="22581"/>
                </a:cubicBezTo>
                <a:cubicBezTo>
                  <a:pt x="447924" y="178193"/>
                  <a:pt x="505473" y="333344"/>
                  <a:pt x="563022" y="488036"/>
                </a:cubicBezTo>
                <a:cubicBezTo>
                  <a:pt x="570388" y="508293"/>
                  <a:pt x="563943" y="517501"/>
                  <a:pt x="540923" y="517501"/>
                </a:cubicBezTo>
                <a:cubicBezTo>
                  <a:pt x="466800" y="517501"/>
                  <a:pt x="393138" y="517501"/>
                  <a:pt x="319015" y="517501"/>
                </a:cubicBezTo>
                <a:cubicBezTo>
                  <a:pt x="290010" y="517501"/>
                  <a:pt x="284946" y="524407"/>
                  <a:pt x="295075" y="551109"/>
                </a:cubicBezTo>
                <a:cubicBezTo>
                  <a:pt x="341574" y="671271"/>
                  <a:pt x="388074" y="791894"/>
                  <a:pt x="434573" y="912056"/>
                </a:cubicBezTo>
                <a:cubicBezTo>
                  <a:pt x="435494" y="914818"/>
                  <a:pt x="436875" y="917580"/>
                  <a:pt x="437796" y="920343"/>
                </a:cubicBezTo>
                <a:cubicBezTo>
                  <a:pt x="441018" y="930011"/>
                  <a:pt x="442400" y="939219"/>
                  <a:pt x="431811" y="944743"/>
                </a:cubicBezTo>
                <a:cubicBezTo>
                  <a:pt x="421222" y="950268"/>
                  <a:pt x="414316" y="944283"/>
                  <a:pt x="408331" y="935996"/>
                </a:cubicBezTo>
                <a:cubicBezTo>
                  <a:pt x="368277" y="880749"/>
                  <a:pt x="328223" y="825963"/>
                  <a:pt x="288169" y="771176"/>
                </a:cubicBezTo>
                <a:cubicBezTo>
                  <a:pt x="195630" y="644108"/>
                  <a:pt x="103092" y="517040"/>
                  <a:pt x="10553" y="389973"/>
                </a:cubicBezTo>
                <a:cubicBezTo>
                  <a:pt x="4568" y="381685"/>
                  <a:pt x="-4179" y="373398"/>
                  <a:pt x="2266" y="361428"/>
                </a:cubicBezTo>
                <a:cubicBezTo>
                  <a:pt x="8251" y="350839"/>
                  <a:pt x="19301" y="352681"/>
                  <a:pt x="28969" y="352681"/>
                </a:cubicBezTo>
                <a:cubicBezTo>
                  <a:pt x="80993" y="352681"/>
                  <a:pt x="133477" y="352681"/>
                  <a:pt x="185502" y="352681"/>
                </a:cubicBezTo>
                <a:cubicBezTo>
                  <a:pt x="211744" y="352681"/>
                  <a:pt x="217269" y="344394"/>
                  <a:pt x="208061" y="319993"/>
                </a:cubicBezTo>
                <a:cubicBezTo>
                  <a:pt x="171230" y="224692"/>
                  <a:pt x="134398" y="129391"/>
                  <a:pt x="97567" y="34551"/>
                </a:cubicBezTo>
                <a:cubicBezTo>
                  <a:pt x="86978" y="7388"/>
                  <a:pt x="91582" y="482"/>
                  <a:pt x="120587" y="482"/>
                </a:cubicBezTo>
                <a:cubicBezTo>
                  <a:pt x="160180" y="482"/>
                  <a:pt x="199313" y="482"/>
                  <a:pt x="238907" y="482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4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82230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2" y="33951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3E69537-CC5A-4694-B61B-401CDCE14E9F}"/>
              </a:ext>
            </a:extLst>
          </p:cNvPr>
          <p:cNvGrpSpPr/>
          <p:nvPr userDrawn="1"/>
        </p:nvGrpSpPr>
        <p:grpSpPr>
          <a:xfrm>
            <a:off x="323531" y="4603540"/>
            <a:ext cx="11654799" cy="2035619"/>
            <a:chOff x="323529" y="4603539"/>
            <a:chExt cx="11654798" cy="2035618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2045BAE-2033-4781-88D7-3316C0868B69}"/>
                </a:ext>
              </a:extLst>
            </p:cNvPr>
            <p:cNvSpPr/>
            <p:nvPr/>
          </p:nvSpPr>
          <p:spPr>
            <a:xfrm rot="16200000">
              <a:off x="363852" y="6186863"/>
              <a:ext cx="411971" cy="492617"/>
            </a:xfrm>
            <a:custGeom>
              <a:avLst/>
              <a:gdLst>
                <a:gd name="connsiteX0" fmla="*/ 182559 w 565444"/>
                <a:gd name="connsiteY0" fmla="*/ 37056 h 676134"/>
                <a:gd name="connsiteX1" fmla="*/ 182559 w 565444"/>
                <a:gd name="connsiteY1" fmla="*/ 175472 h 676134"/>
                <a:gd name="connsiteX2" fmla="*/ 108447 w 565444"/>
                <a:gd name="connsiteY2" fmla="*/ 175472 h 676134"/>
                <a:gd name="connsiteX3" fmla="*/ 108447 w 565444"/>
                <a:gd name="connsiteY3" fmla="*/ 37056 h 676134"/>
                <a:gd name="connsiteX4" fmla="*/ 145503 w 565444"/>
                <a:gd name="connsiteY4" fmla="*/ 0 h 676134"/>
                <a:gd name="connsiteX5" fmla="*/ 182559 w 565444"/>
                <a:gd name="connsiteY5" fmla="*/ 37056 h 676134"/>
                <a:gd name="connsiteX6" fmla="*/ 456997 w 565444"/>
                <a:gd name="connsiteY6" fmla="*/ 37056 h 676134"/>
                <a:gd name="connsiteX7" fmla="*/ 456997 w 565444"/>
                <a:gd name="connsiteY7" fmla="*/ 175472 h 676134"/>
                <a:gd name="connsiteX8" fmla="*/ 382885 w 565444"/>
                <a:gd name="connsiteY8" fmla="*/ 175472 h 676134"/>
                <a:gd name="connsiteX9" fmla="*/ 382885 w 565444"/>
                <a:gd name="connsiteY9" fmla="*/ 37056 h 676134"/>
                <a:gd name="connsiteX10" fmla="*/ 419941 w 565444"/>
                <a:gd name="connsiteY10" fmla="*/ 0 h 676134"/>
                <a:gd name="connsiteX11" fmla="*/ 456997 w 565444"/>
                <a:gd name="connsiteY11" fmla="*/ 37056 h 676134"/>
                <a:gd name="connsiteX12" fmla="*/ 486829 w 565444"/>
                <a:gd name="connsiteY12" fmla="*/ 382985 h 676134"/>
                <a:gd name="connsiteX13" fmla="*/ 483130 w 565444"/>
                <a:gd name="connsiteY13" fmla="*/ 374057 h 676134"/>
                <a:gd name="connsiteX14" fmla="*/ 474202 w 565444"/>
                <a:gd name="connsiteY14" fmla="*/ 370359 h 676134"/>
                <a:gd name="connsiteX15" fmla="*/ 91243 w 565444"/>
                <a:gd name="connsiteY15" fmla="*/ 370358 h 676134"/>
                <a:gd name="connsiteX16" fmla="*/ 78616 w 565444"/>
                <a:gd name="connsiteY16" fmla="*/ 382985 h 676134"/>
                <a:gd name="connsiteX17" fmla="*/ 78615 w 565444"/>
                <a:gd name="connsiteY17" fmla="*/ 382985 h 676134"/>
                <a:gd name="connsiteX18" fmla="*/ 91242 w 565444"/>
                <a:gd name="connsiteY18" fmla="*/ 395612 h 676134"/>
                <a:gd name="connsiteX19" fmla="*/ 474202 w 565444"/>
                <a:gd name="connsiteY19" fmla="*/ 395612 h 676134"/>
                <a:gd name="connsiteX20" fmla="*/ 483130 w 565444"/>
                <a:gd name="connsiteY20" fmla="*/ 391914 h 676134"/>
                <a:gd name="connsiteX21" fmla="*/ 486829 w 565444"/>
                <a:gd name="connsiteY21" fmla="*/ 329550 h 676134"/>
                <a:gd name="connsiteX22" fmla="*/ 483130 w 565444"/>
                <a:gd name="connsiteY22" fmla="*/ 320622 h 676134"/>
                <a:gd name="connsiteX23" fmla="*/ 474202 w 565444"/>
                <a:gd name="connsiteY23" fmla="*/ 316924 h 676134"/>
                <a:gd name="connsiteX24" fmla="*/ 91243 w 565444"/>
                <a:gd name="connsiteY24" fmla="*/ 316923 h 676134"/>
                <a:gd name="connsiteX25" fmla="*/ 78616 w 565444"/>
                <a:gd name="connsiteY25" fmla="*/ 329550 h 676134"/>
                <a:gd name="connsiteX26" fmla="*/ 78615 w 565444"/>
                <a:gd name="connsiteY26" fmla="*/ 329550 h 676134"/>
                <a:gd name="connsiteX27" fmla="*/ 91242 w 565444"/>
                <a:gd name="connsiteY27" fmla="*/ 342177 h 676134"/>
                <a:gd name="connsiteX28" fmla="*/ 474202 w 565444"/>
                <a:gd name="connsiteY28" fmla="*/ 342177 h 676134"/>
                <a:gd name="connsiteX29" fmla="*/ 483130 w 565444"/>
                <a:gd name="connsiteY29" fmla="*/ 338479 h 676134"/>
                <a:gd name="connsiteX30" fmla="*/ 486829 w 565444"/>
                <a:gd name="connsiteY30" fmla="*/ 276115 h 676134"/>
                <a:gd name="connsiteX31" fmla="*/ 483130 w 565444"/>
                <a:gd name="connsiteY31" fmla="*/ 267187 h 676134"/>
                <a:gd name="connsiteX32" fmla="*/ 474202 w 565444"/>
                <a:gd name="connsiteY32" fmla="*/ 263489 h 676134"/>
                <a:gd name="connsiteX33" fmla="*/ 91243 w 565444"/>
                <a:gd name="connsiteY33" fmla="*/ 263488 h 676134"/>
                <a:gd name="connsiteX34" fmla="*/ 78616 w 565444"/>
                <a:gd name="connsiteY34" fmla="*/ 276115 h 676134"/>
                <a:gd name="connsiteX35" fmla="*/ 78615 w 565444"/>
                <a:gd name="connsiteY35" fmla="*/ 276115 h 676134"/>
                <a:gd name="connsiteX36" fmla="*/ 91242 w 565444"/>
                <a:gd name="connsiteY36" fmla="*/ 288742 h 676134"/>
                <a:gd name="connsiteX37" fmla="*/ 474202 w 565444"/>
                <a:gd name="connsiteY37" fmla="*/ 288742 h 676134"/>
                <a:gd name="connsiteX38" fmla="*/ 483130 w 565444"/>
                <a:gd name="connsiteY38" fmla="*/ 285044 h 676134"/>
                <a:gd name="connsiteX39" fmla="*/ 565444 w 565444"/>
                <a:gd name="connsiteY39" fmla="*/ 194687 h 676134"/>
                <a:gd name="connsiteX40" fmla="*/ 546230 w 565444"/>
                <a:gd name="connsiteY40" fmla="*/ 213901 h 676134"/>
                <a:gd name="connsiteX41" fmla="*/ 525276 w 565444"/>
                <a:gd name="connsiteY41" fmla="*/ 213901 h 676134"/>
                <a:gd name="connsiteX42" fmla="*/ 508899 w 565444"/>
                <a:gd name="connsiteY42" fmla="*/ 524387 h 676134"/>
                <a:gd name="connsiteX43" fmla="*/ 378242 w 565444"/>
                <a:gd name="connsiteY43" fmla="*/ 676134 h 676134"/>
                <a:gd name="connsiteX44" fmla="*/ 184454 w 565444"/>
                <a:gd name="connsiteY44" fmla="*/ 676134 h 676134"/>
                <a:gd name="connsiteX45" fmla="*/ 53798 w 565444"/>
                <a:gd name="connsiteY45" fmla="*/ 524387 h 676134"/>
                <a:gd name="connsiteX46" fmla="*/ 37421 w 565444"/>
                <a:gd name="connsiteY46" fmla="*/ 213901 h 676134"/>
                <a:gd name="connsiteX47" fmla="*/ 19214 w 565444"/>
                <a:gd name="connsiteY47" fmla="*/ 213901 h 676134"/>
                <a:gd name="connsiteX48" fmla="*/ 0 w 565444"/>
                <a:gd name="connsiteY48" fmla="*/ 194687 h 676134"/>
                <a:gd name="connsiteX49" fmla="*/ 19214 w 565444"/>
                <a:gd name="connsiteY49" fmla="*/ 175473 h 676134"/>
                <a:gd name="connsiteX50" fmla="*/ 546230 w 565444"/>
                <a:gd name="connsiteY50" fmla="*/ 175473 h 676134"/>
                <a:gd name="connsiteX51" fmla="*/ 565444 w 565444"/>
                <a:gd name="connsiteY51" fmla="*/ 194687 h 676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5444" h="676134">
                  <a:moveTo>
                    <a:pt x="182559" y="37056"/>
                  </a:moveTo>
                  <a:lnTo>
                    <a:pt x="182559" y="175472"/>
                  </a:lnTo>
                  <a:lnTo>
                    <a:pt x="108447" y="175472"/>
                  </a:lnTo>
                  <a:lnTo>
                    <a:pt x="108447" y="37056"/>
                  </a:lnTo>
                  <a:cubicBezTo>
                    <a:pt x="108447" y="16591"/>
                    <a:pt x="125038" y="0"/>
                    <a:pt x="145503" y="0"/>
                  </a:cubicBezTo>
                  <a:cubicBezTo>
                    <a:pt x="165968" y="0"/>
                    <a:pt x="182559" y="16591"/>
                    <a:pt x="182559" y="37056"/>
                  </a:cubicBezTo>
                  <a:close/>
                  <a:moveTo>
                    <a:pt x="456997" y="37056"/>
                  </a:moveTo>
                  <a:lnTo>
                    <a:pt x="456997" y="175472"/>
                  </a:lnTo>
                  <a:lnTo>
                    <a:pt x="382885" y="175472"/>
                  </a:lnTo>
                  <a:lnTo>
                    <a:pt x="382885" y="37056"/>
                  </a:lnTo>
                  <a:cubicBezTo>
                    <a:pt x="382885" y="16591"/>
                    <a:pt x="399476" y="0"/>
                    <a:pt x="419941" y="0"/>
                  </a:cubicBezTo>
                  <a:cubicBezTo>
                    <a:pt x="440406" y="0"/>
                    <a:pt x="456997" y="16591"/>
                    <a:pt x="456997" y="37056"/>
                  </a:cubicBezTo>
                  <a:close/>
                  <a:moveTo>
                    <a:pt x="486829" y="382985"/>
                  </a:moveTo>
                  <a:lnTo>
                    <a:pt x="483130" y="374057"/>
                  </a:lnTo>
                  <a:cubicBezTo>
                    <a:pt x="480845" y="371772"/>
                    <a:pt x="477689" y="370359"/>
                    <a:pt x="474202" y="370359"/>
                  </a:cubicBezTo>
                  <a:lnTo>
                    <a:pt x="91243" y="370358"/>
                  </a:lnTo>
                  <a:cubicBezTo>
                    <a:pt x="84269" y="370358"/>
                    <a:pt x="78616" y="376011"/>
                    <a:pt x="78616" y="382985"/>
                  </a:cubicBezTo>
                  <a:lnTo>
                    <a:pt x="78615" y="382985"/>
                  </a:lnTo>
                  <a:cubicBezTo>
                    <a:pt x="78615" y="389959"/>
                    <a:pt x="84268" y="395612"/>
                    <a:pt x="91242" y="395612"/>
                  </a:cubicBezTo>
                  <a:lnTo>
                    <a:pt x="474202" y="395612"/>
                  </a:lnTo>
                  <a:cubicBezTo>
                    <a:pt x="477689" y="395612"/>
                    <a:pt x="480845" y="394199"/>
                    <a:pt x="483130" y="391914"/>
                  </a:cubicBezTo>
                  <a:close/>
                  <a:moveTo>
                    <a:pt x="486829" y="329550"/>
                  </a:moveTo>
                  <a:lnTo>
                    <a:pt x="483130" y="320622"/>
                  </a:lnTo>
                  <a:cubicBezTo>
                    <a:pt x="480845" y="318337"/>
                    <a:pt x="477689" y="316924"/>
                    <a:pt x="474202" y="316924"/>
                  </a:cubicBezTo>
                  <a:lnTo>
                    <a:pt x="91243" y="316923"/>
                  </a:lnTo>
                  <a:cubicBezTo>
                    <a:pt x="84269" y="316923"/>
                    <a:pt x="78616" y="322576"/>
                    <a:pt x="78616" y="329550"/>
                  </a:cubicBezTo>
                  <a:lnTo>
                    <a:pt x="78615" y="329550"/>
                  </a:lnTo>
                  <a:cubicBezTo>
                    <a:pt x="78615" y="336524"/>
                    <a:pt x="84268" y="342177"/>
                    <a:pt x="91242" y="342177"/>
                  </a:cubicBezTo>
                  <a:lnTo>
                    <a:pt x="474202" y="342177"/>
                  </a:lnTo>
                  <a:cubicBezTo>
                    <a:pt x="477689" y="342177"/>
                    <a:pt x="480845" y="340764"/>
                    <a:pt x="483130" y="338479"/>
                  </a:cubicBezTo>
                  <a:close/>
                  <a:moveTo>
                    <a:pt x="486829" y="276115"/>
                  </a:moveTo>
                  <a:lnTo>
                    <a:pt x="483130" y="267187"/>
                  </a:lnTo>
                  <a:cubicBezTo>
                    <a:pt x="480845" y="264902"/>
                    <a:pt x="477689" y="263489"/>
                    <a:pt x="474202" y="263489"/>
                  </a:cubicBezTo>
                  <a:lnTo>
                    <a:pt x="91243" y="263488"/>
                  </a:lnTo>
                  <a:cubicBezTo>
                    <a:pt x="84269" y="263488"/>
                    <a:pt x="78616" y="269141"/>
                    <a:pt x="78616" y="276115"/>
                  </a:cubicBezTo>
                  <a:lnTo>
                    <a:pt x="78615" y="276115"/>
                  </a:lnTo>
                  <a:cubicBezTo>
                    <a:pt x="78615" y="283089"/>
                    <a:pt x="84268" y="288742"/>
                    <a:pt x="91242" y="288742"/>
                  </a:cubicBezTo>
                  <a:lnTo>
                    <a:pt x="474202" y="288742"/>
                  </a:lnTo>
                  <a:cubicBezTo>
                    <a:pt x="477689" y="288742"/>
                    <a:pt x="480845" y="287329"/>
                    <a:pt x="483130" y="285044"/>
                  </a:cubicBezTo>
                  <a:close/>
                  <a:moveTo>
                    <a:pt x="565444" y="194687"/>
                  </a:moveTo>
                  <a:cubicBezTo>
                    <a:pt x="565444" y="205299"/>
                    <a:pt x="556842" y="213901"/>
                    <a:pt x="546230" y="213901"/>
                  </a:cubicBezTo>
                  <a:lnTo>
                    <a:pt x="525276" y="213901"/>
                  </a:lnTo>
                  <a:lnTo>
                    <a:pt x="508899" y="524387"/>
                  </a:lnTo>
                  <a:cubicBezTo>
                    <a:pt x="504507" y="609787"/>
                    <a:pt x="447139" y="676134"/>
                    <a:pt x="378242" y="676134"/>
                  </a:cubicBezTo>
                  <a:lnTo>
                    <a:pt x="184454" y="676134"/>
                  </a:lnTo>
                  <a:cubicBezTo>
                    <a:pt x="115558" y="676134"/>
                    <a:pt x="58190" y="609787"/>
                    <a:pt x="53798" y="524387"/>
                  </a:cubicBezTo>
                  <a:lnTo>
                    <a:pt x="37421" y="213901"/>
                  </a:lnTo>
                  <a:lnTo>
                    <a:pt x="19214" y="213901"/>
                  </a:lnTo>
                  <a:cubicBezTo>
                    <a:pt x="8602" y="213901"/>
                    <a:pt x="0" y="205299"/>
                    <a:pt x="0" y="194687"/>
                  </a:cubicBezTo>
                  <a:cubicBezTo>
                    <a:pt x="0" y="184075"/>
                    <a:pt x="8602" y="175473"/>
                    <a:pt x="19214" y="175473"/>
                  </a:cubicBezTo>
                  <a:lnTo>
                    <a:pt x="546230" y="175473"/>
                  </a:lnTo>
                  <a:cubicBezTo>
                    <a:pt x="556842" y="175473"/>
                    <a:pt x="565444" y="184075"/>
                    <a:pt x="565444" y="1946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2" name="Arrow: Bent 11">
              <a:extLst>
                <a:ext uri="{FF2B5EF4-FFF2-40B4-BE49-F238E27FC236}">
                  <a16:creationId xmlns:a16="http://schemas.microsoft.com/office/drawing/2014/main" id="{4C701790-911F-49B9-B58C-72E9534D4C93}"/>
                </a:ext>
              </a:extLst>
            </p:cNvPr>
            <p:cNvSpPr/>
            <p:nvPr/>
          </p:nvSpPr>
          <p:spPr>
            <a:xfrm flipH="1" flipV="1">
              <a:off x="816143" y="5935877"/>
              <a:ext cx="10779743" cy="582611"/>
            </a:xfrm>
            <a:prstGeom prst="bentArrow">
              <a:avLst>
                <a:gd name="adj1" fmla="val 14113"/>
                <a:gd name="adj2" fmla="val 12152"/>
                <a:gd name="adj3" fmla="val 0"/>
                <a:gd name="adj4" fmla="val 545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2CAA496-8808-490A-A588-30FACF8CED72}"/>
                </a:ext>
              </a:extLst>
            </p:cNvPr>
            <p:cNvSpPr/>
            <p:nvPr userDrawn="1"/>
          </p:nvSpPr>
          <p:spPr>
            <a:xfrm flipH="1">
              <a:off x="11086249" y="4603539"/>
              <a:ext cx="892078" cy="1332338"/>
            </a:xfrm>
            <a:custGeom>
              <a:avLst/>
              <a:gdLst>
                <a:gd name="connsiteX0" fmla="*/ 501893 w 892078"/>
                <a:gd name="connsiteY0" fmla="*/ 0 h 1332338"/>
                <a:gd name="connsiteX1" fmla="*/ 498205 w 892078"/>
                <a:gd name="connsiteY1" fmla="*/ 53000 h 1332338"/>
                <a:gd name="connsiteX2" fmla="*/ 456830 w 892078"/>
                <a:gd name="connsiteY2" fmla="*/ 120945 h 1332338"/>
                <a:gd name="connsiteX3" fmla="*/ 387912 w 892078"/>
                <a:gd name="connsiteY3" fmla="*/ 218109 h 1332338"/>
                <a:gd name="connsiteX4" fmla="*/ 391667 w 892078"/>
                <a:gd name="connsiteY4" fmla="*/ 334412 h 1332338"/>
                <a:gd name="connsiteX5" fmla="*/ 407219 w 892078"/>
                <a:gd name="connsiteY5" fmla="*/ 351214 h 1332338"/>
                <a:gd name="connsiteX6" fmla="*/ 413637 w 892078"/>
                <a:gd name="connsiteY6" fmla="*/ 474030 h 1332338"/>
                <a:gd name="connsiteX7" fmla="*/ 416812 w 892078"/>
                <a:gd name="connsiteY7" fmla="*/ 504492 h 1332338"/>
                <a:gd name="connsiteX8" fmla="*/ 402754 w 892078"/>
                <a:gd name="connsiteY8" fmla="*/ 505610 h 1332338"/>
                <a:gd name="connsiteX9" fmla="*/ 369924 w 892078"/>
                <a:gd name="connsiteY9" fmla="*/ 475906 h 1332338"/>
                <a:gd name="connsiteX10" fmla="*/ 126043 w 892078"/>
                <a:gd name="connsiteY10" fmla="*/ 282053 h 1332338"/>
                <a:gd name="connsiteX11" fmla="*/ 204209 w 892078"/>
                <a:gd name="connsiteY11" fmla="*/ 408681 h 1332338"/>
                <a:gd name="connsiteX12" fmla="*/ 344910 w 892078"/>
                <a:gd name="connsiteY12" fmla="*/ 500918 h 1332338"/>
                <a:gd name="connsiteX13" fmla="*/ 418387 w 892078"/>
                <a:gd name="connsiteY13" fmla="*/ 565015 h 1332338"/>
                <a:gd name="connsiteX14" fmla="*/ 404318 w 892078"/>
                <a:gd name="connsiteY14" fmla="*/ 841726 h 1332338"/>
                <a:gd name="connsiteX15" fmla="*/ 354290 w 892078"/>
                <a:gd name="connsiteY15" fmla="*/ 830783 h 1332338"/>
                <a:gd name="connsiteX16" fmla="*/ 353526 w 892078"/>
                <a:gd name="connsiteY16" fmla="*/ 831058 h 1332338"/>
                <a:gd name="connsiteX17" fmla="*/ 350580 w 892078"/>
                <a:gd name="connsiteY17" fmla="*/ 827584 h 1332338"/>
                <a:gd name="connsiteX18" fmla="*/ 347061 w 892078"/>
                <a:gd name="connsiteY18" fmla="*/ 800105 h 1332338"/>
                <a:gd name="connsiteX19" fmla="*/ 281402 w 892078"/>
                <a:gd name="connsiteY19" fmla="*/ 603126 h 1332338"/>
                <a:gd name="connsiteX20" fmla="*/ 0 w 892078"/>
                <a:gd name="connsiteY20" fmla="*/ 531211 h 1332338"/>
                <a:gd name="connsiteX21" fmla="*/ 87546 w 892078"/>
                <a:gd name="connsiteY21" fmla="*/ 639081 h 1332338"/>
                <a:gd name="connsiteX22" fmla="*/ 156335 w 892078"/>
                <a:gd name="connsiteY22" fmla="*/ 770401 h 1332338"/>
                <a:gd name="connsiteX23" fmla="*/ 309542 w 892078"/>
                <a:gd name="connsiteY23" fmla="*/ 829808 h 1332338"/>
                <a:gd name="connsiteX24" fmla="*/ 340979 w 892078"/>
                <a:gd name="connsiteY24" fmla="*/ 837942 h 1332338"/>
                <a:gd name="connsiteX25" fmla="*/ 348283 w 892078"/>
                <a:gd name="connsiteY25" fmla="*/ 838787 h 1332338"/>
                <a:gd name="connsiteX26" fmla="*/ 348036 w 892078"/>
                <a:gd name="connsiteY26" fmla="*/ 840162 h 1332338"/>
                <a:gd name="connsiteX27" fmla="*/ 405880 w 892078"/>
                <a:gd name="connsiteY27" fmla="*/ 949596 h 1332338"/>
                <a:gd name="connsiteX28" fmla="*/ 392717 w 892078"/>
                <a:gd name="connsiteY28" fmla="*/ 1332338 h 1332338"/>
                <a:gd name="connsiteX29" fmla="*/ 473368 w 892078"/>
                <a:gd name="connsiteY29" fmla="*/ 1332338 h 1332338"/>
                <a:gd name="connsiteX30" fmla="*/ 463724 w 892078"/>
                <a:gd name="connsiteY30" fmla="*/ 999622 h 1332338"/>
                <a:gd name="connsiteX31" fmla="*/ 476231 w 892078"/>
                <a:gd name="connsiteY31" fmla="*/ 908949 h 1332338"/>
                <a:gd name="connsiteX32" fmla="*/ 523131 w 892078"/>
                <a:gd name="connsiteY32" fmla="*/ 880809 h 1332338"/>
                <a:gd name="connsiteX33" fmla="*/ 827981 w 892078"/>
                <a:gd name="connsiteY33" fmla="*/ 722913 h 1332338"/>
                <a:gd name="connsiteX34" fmla="*/ 892078 w 892078"/>
                <a:gd name="connsiteY34" fmla="*/ 391486 h 1332338"/>
                <a:gd name="connsiteX35" fmla="*/ 671648 w 892078"/>
                <a:gd name="connsiteY35" fmla="*/ 560326 h 1332338"/>
                <a:gd name="connsiteX36" fmla="*/ 535636 w 892078"/>
                <a:gd name="connsiteY36" fmla="*/ 646309 h 1332338"/>
                <a:gd name="connsiteX37" fmla="*/ 480920 w 892078"/>
                <a:gd name="connsiteY37" fmla="*/ 830783 h 1332338"/>
                <a:gd name="connsiteX38" fmla="*/ 448091 w 892078"/>
                <a:gd name="connsiteY38" fmla="*/ 882373 h 1332338"/>
                <a:gd name="connsiteX39" fmla="*/ 448091 w 892078"/>
                <a:gd name="connsiteY39" fmla="*/ 608790 h 1332338"/>
                <a:gd name="connsiteX40" fmla="*/ 513752 w 892078"/>
                <a:gd name="connsiteY40" fmla="*/ 546257 h 1332338"/>
                <a:gd name="connsiteX41" fmla="*/ 582537 w 892078"/>
                <a:gd name="connsiteY41" fmla="*/ 540003 h 1332338"/>
                <a:gd name="connsiteX42" fmla="*/ 748253 w 892078"/>
                <a:gd name="connsiteY42" fmla="*/ 207012 h 1332338"/>
                <a:gd name="connsiteX43" fmla="*/ 596608 w 892078"/>
                <a:gd name="connsiteY43" fmla="*/ 313318 h 1332338"/>
                <a:gd name="connsiteX44" fmla="*/ 451217 w 892078"/>
                <a:gd name="connsiteY44" fmla="*/ 482159 h 1332338"/>
                <a:gd name="connsiteX45" fmla="*/ 445183 w 892078"/>
                <a:gd name="connsiteY45" fmla="*/ 497255 h 1332338"/>
                <a:gd name="connsiteX46" fmla="*/ 439086 w 892078"/>
                <a:gd name="connsiteY46" fmla="*/ 500090 h 1332338"/>
                <a:gd name="connsiteX47" fmla="*/ 435706 w 892078"/>
                <a:gd name="connsiteY47" fmla="*/ 482384 h 1332338"/>
                <a:gd name="connsiteX48" fmla="*/ 420305 w 892078"/>
                <a:gd name="connsiteY48" fmla="*/ 370688 h 1332338"/>
                <a:gd name="connsiteX49" fmla="*/ 426244 w 892078"/>
                <a:gd name="connsiteY49" fmla="*/ 360755 h 1332338"/>
                <a:gd name="connsiteX50" fmla="*/ 485748 w 892078"/>
                <a:gd name="connsiteY50" fmla="*/ 335852 h 1332338"/>
                <a:gd name="connsiteX51" fmla="*/ 556629 w 892078"/>
                <a:gd name="connsiteY51" fmla="*/ 224791 h 1332338"/>
                <a:gd name="connsiteX52" fmla="*/ 533558 w 892078"/>
                <a:gd name="connsiteY52" fmla="*/ 68029 h 1332338"/>
                <a:gd name="connsiteX53" fmla="*/ 501893 w 892078"/>
                <a:gd name="connsiteY53" fmla="*/ 0 h 133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892078" h="1332338">
                  <a:moveTo>
                    <a:pt x="501893" y="0"/>
                  </a:moveTo>
                  <a:cubicBezTo>
                    <a:pt x="505496" y="20041"/>
                    <a:pt x="503339" y="36518"/>
                    <a:pt x="498205" y="53000"/>
                  </a:cubicBezTo>
                  <a:cubicBezTo>
                    <a:pt x="489909" y="79014"/>
                    <a:pt x="474662" y="101069"/>
                    <a:pt x="456830" y="120945"/>
                  </a:cubicBezTo>
                  <a:cubicBezTo>
                    <a:pt x="430082" y="150759"/>
                    <a:pt x="404129" y="181166"/>
                    <a:pt x="387912" y="218109"/>
                  </a:cubicBezTo>
                  <a:cubicBezTo>
                    <a:pt x="370904" y="257435"/>
                    <a:pt x="367592" y="296342"/>
                    <a:pt x="391667" y="334412"/>
                  </a:cubicBezTo>
                  <a:cubicBezTo>
                    <a:pt x="396044" y="341153"/>
                    <a:pt x="402085" y="346893"/>
                    <a:pt x="407219" y="351214"/>
                  </a:cubicBezTo>
                  <a:cubicBezTo>
                    <a:pt x="406074" y="380095"/>
                    <a:pt x="409823" y="433373"/>
                    <a:pt x="413637" y="474030"/>
                  </a:cubicBezTo>
                  <a:lnTo>
                    <a:pt x="416812" y="504492"/>
                  </a:lnTo>
                  <a:lnTo>
                    <a:pt x="402754" y="505610"/>
                  </a:lnTo>
                  <a:cubicBezTo>
                    <a:pt x="393375" y="507174"/>
                    <a:pt x="371487" y="502482"/>
                    <a:pt x="369924" y="475906"/>
                  </a:cubicBezTo>
                  <a:cubicBezTo>
                    <a:pt x="358979" y="328953"/>
                    <a:pt x="269870" y="258602"/>
                    <a:pt x="126043" y="282053"/>
                  </a:cubicBezTo>
                  <a:cubicBezTo>
                    <a:pt x="168253" y="316446"/>
                    <a:pt x="180759" y="364908"/>
                    <a:pt x="204209" y="408681"/>
                  </a:cubicBezTo>
                  <a:cubicBezTo>
                    <a:pt x="232351" y="463399"/>
                    <a:pt x="265180" y="511863"/>
                    <a:pt x="344910" y="500918"/>
                  </a:cubicBezTo>
                  <a:cubicBezTo>
                    <a:pt x="371487" y="496228"/>
                    <a:pt x="423077" y="507174"/>
                    <a:pt x="418387" y="565015"/>
                  </a:cubicBezTo>
                  <a:cubicBezTo>
                    <a:pt x="412133" y="655690"/>
                    <a:pt x="409008" y="747925"/>
                    <a:pt x="404318" y="841726"/>
                  </a:cubicBezTo>
                  <a:cubicBezTo>
                    <a:pt x="387119" y="838598"/>
                    <a:pt x="371487" y="833909"/>
                    <a:pt x="354290" y="830783"/>
                  </a:cubicBezTo>
                  <a:lnTo>
                    <a:pt x="353526" y="831058"/>
                  </a:lnTo>
                  <a:lnTo>
                    <a:pt x="350580" y="827584"/>
                  </a:lnTo>
                  <a:cubicBezTo>
                    <a:pt x="345889" y="820623"/>
                    <a:pt x="344717" y="813002"/>
                    <a:pt x="347061" y="800105"/>
                  </a:cubicBezTo>
                  <a:cubicBezTo>
                    <a:pt x="362694" y="723500"/>
                    <a:pt x="339244" y="656278"/>
                    <a:pt x="281402" y="603126"/>
                  </a:cubicBezTo>
                  <a:cubicBezTo>
                    <a:pt x="218869" y="545282"/>
                    <a:pt x="87546" y="512451"/>
                    <a:pt x="0" y="531211"/>
                  </a:cubicBezTo>
                  <a:cubicBezTo>
                    <a:pt x="43773" y="554661"/>
                    <a:pt x="68787" y="595308"/>
                    <a:pt x="87546" y="639081"/>
                  </a:cubicBezTo>
                  <a:cubicBezTo>
                    <a:pt x="106307" y="684418"/>
                    <a:pt x="123503" y="731318"/>
                    <a:pt x="156335" y="770401"/>
                  </a:cubicBezTo>
                  <a:cubicBezTo>
                    <a:pt x="196980" y="818865"/>
                    <a:pt x="240755" y="856384"/>
                    <a:pt x="309542" y="829808"/>
                  </a:cubicBezTo>
                  <a:cubicBezTo>
                    <a:pt x="322440" y="823945"/>
                    <a:pt x="330940" y="833912"/>
                    <a:pt x="340979" y="837942"/>
                  </a:cubicBezTo>
                  <a:lnTo>
                    <a:pt x="348283" y="838787"/>
                  </a:lnTo>
                  <a:lnTo>
                    <a:pt x="348036" y="840162"/>
                  </a:lnTo>
                  <a:cubicBezTo>
                    <a:pt x="404318" y="857359"/>
                    <a:pt x="409008" y="898006"/>
                    <a:pt x="405880" y="949596"/>
                  </a:cubicBezTo>
                  <a:lnTo>
                    <a:pt x="392717" y="1332338"/>
                  </a:lnTo>
                  <a:lnTo>
                    <a:pt x="473368" y="1332338"/>
                  </a:lnTo>
                  <a:lnTo>
                    <a:pt x="463724" y="999622"/>
                  </a:lnTo>
                  <a:cubicBezTo>
                    <a:pt x="463724" y="968357"/>
                    <a:pt x="463724" y="938653"/>
                    <a:pt x="476231" y="908949"/>
                  </a:cubicBezTo>
                  <a:cubicBezTo>
                    <a:pt x="485610" y="887063"/>
                    <a:pt x="490302" y="874556"/>
                    <a:pt x="523131" y="880809"/>
                  </a:cubicBezTo>
                  <a:cubicBezTo>
                    <a:pt x="652888" y="904260"/>
                    <a:pt x="767011" y="840162"/>
                    <a:pt x="827981" y="722913"/>
                  </a:cubicBezTo>
                  <a:cubicBezTo>
                    <a:pt x="878009" y="624423"/>
                    <a:pt x="884261" y="516553"/>
                    <a:pt x="892078" y="391486"/>
                  </a:cubicBezTo>
                  <a:cubicBezTo>
                    <a:pt x="840488" y="494664"/>
                    <a:pt x="756068" y="525932"/>
                    <a:pt x="671648" y="560326"/>
                  </a:cubicBezTo>
                  <a:cubicBezTo>
                    <a:pt x="621620" y="580648"/>
                    <a:pt x="573158" y="607226"/>
                    <a:pt x="535636" y="646309"/>
                  </a:cubicBezTo>
                  <a:cubicBezTo>
                    <a:pt x="485610" y="697899"/>
                    <a:pt x="448091" y="754179"/>
                    <a:pt x="480920" y="830783"/>
                  </a:cubicBezTo>
                  <a:cubicBezTo>
                    <a:pt x="488738" y="849542"/>
                    <a:pt x="477793" y="868302"/>
                    <a:pt x="448091" y="882373"/>
                  </a:cubicBezTo>
                  <a:cubicBezTo>
                    <a:pt x="448091" y="787008"/>
                    <a:pt x="448091" y="697899"/>
                    <a:pt x="448091" y="608790"/>
                  </a:cubicBezTo>
                  <a:cubicBezTo>
                    <a:pt x="448091" y="565015"/>
                    <a:pt x="455908" y="533749"/>
                    <a:pt x="513752" y="546257"/>
                  </a:cubicBezTo>
                  <a:cubicBezTo>
                    <a:pt x="535636" y="550946"/>
                    <a:pt x="559087" y="546257"/>
                    <a:pt x="582537" y="540003"/>
                  </a:cubicBezTo>
                  <a:cubicBezTo>
                    <a:pt x="701352" y="504046"/>
                    <a:pt x="779518" y="347712"/>
                    <a:pt x="748253" y="207012"/>
                  </a:cubicBezTo>
                  <a:cubicBezTo>
                    <a:pt x="716985" y="269546"/>
                    <a:pt x="652888" y="285178"/>
                    <a:pt x="596608" y="313318"/>
                  </a:cubicBezTo>
                  <a:cubicBezTo>
                    <a:pt x="524693" y="349275"/>
                    <a:pt x="454344" y="386797"/>
                    <a:pt x="451217" y="482159"/>
                  </a:cubicBezTo>
                  <a:cubicBezTo>
                    <a:pt x="450826" y="489194"/>
                    <a:pt x="448579" y="493982"/>
                    <a:pt x="445183" y="497255"/>
                  </a:cubicBezTo>
                  <a:lnTo>
                    <a:pt x="439086" y="500090"/>
                  </a:lnTo>
                  <a:lnTo>
                    <a:pt x="435706" y="482384"/>
                  </a:lnTo>
                  <a:cubicBezTo>
                    <a:pt x="429401" y="445321"/>
                    <a:pt x="420625" y="384681"/>
                    <a:pt x="420305" y="370688"/>
                  </a:cubicBezTo>
                  <a:cubicBezTo>
                    <a:pt x="420100" y="366322"/>
                    <a:pt x="417511" y="361166"/>
                    <a:pt x="426244" y="360755"/>
                  </a:cubicBezTo>
                  <a:cubicBezTo>
                    <a:pt x="449067" y="359727"/>
                    <a:pt x="467310" y="348584"/>
                    <a:pt x="485748" y="335852"/>
                  </a:cubicBezTo>
                  <a:cubicBezTo>
                    <a:pt x="524607" y="308401"/>
                    <a:pt x="549757" y="272437"/>
                    <a:pt x="556629" y="224791"/>
                  </a:cubicBezTo>
                  <a:cubicBezTo>
                    <a:pt x="564085" y="170396"/>
                    <a:pt x="553286" y="118213"/>
                    <a:pt x="533558" y="68029"/>
                  </a:cubicBezTo>
                  <a:cubicBezTo>
                    <a:pt x="524789" y="45615"/>
                    <a:pt x="518004" y="22205"/>
                    <a:pt x="501893" y="0"/>
                  </a:cubicBezTo>
                  <a:close/>
                </a:path>
              </a:pathLst>
            </a:custGeom>
            <a:grpFill/>
            <a:ln w="808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436660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524873-6BE5-4879-B50F-EC3ECF1F2BA1}"/>
              </a:ext>
            </a:extLst>
          </p:cNvPr>
          <p:cNvSpPr/>
          <p:nvPr userDrawn="1"/>
        </p:nvSpPr>
        <p:spPr>
          <a:xfrm>
            <a:off x="0" y="0"/>
            <a:ext cx="12192000" cy="1219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2" y="33951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9DB7680-BCD7-4C1B-97B4-C82E082C47C2}"/>
              </a:ext>
            </a:extLst>
          </p:cNvPr>
          <p:cNvGrpSpPr/>
          <p:nvPr userDrawn="1"/>
        </p:nvGrpSpPr>
        <p:grpSpPr>
          <a:xfrm>
            <a:off x="623567" y="-9293"/>
            <a:ext cx="2434936" cy="1219200"/>
            <a:chOff x="623567" y="20852"/>
            <a:chExt cx="2434936" cy="12192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0C6E2EE-321A-47CB-9B17-01A6C7F54C53}"/>
                </a:ext>
              </a:extLst>
            </p:cNvPr>
            <p:cNvSpPr/>
            <p:nvPr userDrawn="1"/>
          </p:nvSpPr>
          <p:spPr>
            <a:xfrm>
              <a:off x="1538287" y="20852"/>
              <a:ext cx="704850" cy="1219200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81EE286-F844-4771-9CFC-94BF60D78565}"/>
                </a:ext>
              </a:extLst>
            </p:cNvPr>
            <p:cNvSpPr/>
            <p:nvPr userDrawn="1"/>
          </p:nvSpPr>
          <p:spPr>
            <a:xfrm>
              <a:off x="2161853" y="284463"/>
              <a:ext cx="552450" cy="955589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19794EC-70B7-4CA7-B86F-B7DD5B250116}"/>
                </a:ext>
              </a:extLst>
            </p:cNvPr>
            <p:cNvSpPr/>
            <p:nvPr userDrawn="1"/>
          </p:nvSpPr>
          <p:spPr>
            <a:xfrm>
              <a:off x="1378101" y="436863"/>
              <a:ext cx="464344" cy="803189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5923C14-7C77-40CC-82DB-9E1F4A7524AB}"/>
                </a:ext>
              </a:extLst>
            </p:cNvPr>
            <p:cNvSpPr/>
            <p:nvPr userDrawn="1"/>
          </p:nvSpPr>
          <p:spPr>
            <a:xfrm>
              <a:off x="745171" y="282011"/>
              <a:ext cx="553868" cy="958041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35BE877-79E4-493D-8CCE-9682FE0748AA}"/>
                </a:ext>
              </a:extLst>
            </p:cNvPr>
            <p:cNvSpPr/>
            <p:nvPr userDrawn="1"/>
          </p:nvSpPr>
          <p:spPr>
            <a:xfrm>
              <a:off x="623567" y="609600"/>
              <a:ext cx="364480" cy="630452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2FD92A-CC13-4DFD-A85C-8CE910B21828}"/>
                </a:ext>
              </a:extLst>
            </p:cNvPr>
            <p:cNvSpPr/>
            <p:nvPr userDrawn="1"/>
          </p:nvSpPr>
          <p:spPr>
            <a:xfrm>
              <a:off x="1235073" y="609600"/>
              <a:ext cx="364480" cy="630452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C05787A-C43E-453A-BE07-3D337B74A2E0}"/>
                </a:ext>
              </a:extLst>
            </p:cNvPr>
            <p:cNvSpPr/>
            <p:nvPr userDrawn="1"/>
          </p:nvSpPr>
          <p:spPr>
            <a:xfrm>
              <a:off x="2674902" y="576526"/>
              <a:ext cx="383601" cy="663526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9A36D23-48BD-4BA3-8545-A3920D835DF4}"/>
              </a:ext>
            </a:extLst>
          </p:cNvPr>
          <p:cNvGrpSpPr/>
          <p:nvPr userDrawn="1"/>
        </p:nvGrpSpPr>
        <p:grpSpPr>
          <a:xfrm flipH="1">
            <a:off x="9757064" y="5636999"/>
            <a:ext cx="2434936" cy="1240052"/>
            <a:chOff x="328292" y="0"/>
            <a:chExt cx="2434936" cy="1240052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222CDA6-66B0-4261-8AAB-F61537EBC5C1}"/>
                </a:ext>
              </a:extLst>
            </p:cNvPr>
            <p:cNvSpPr/>
            <p:nvPr userDrawn="1"/>
          </p:nvSpPr>
          <p:spPr>
            <a:xfrm>
              <a:off x="1243012" y="0"/>
              <a:ext cx="704850" cy="1219200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9E29A8A-7472-4C7B-B2D8-F2CA911113E6}"/>
                </a:ext>
              </a:extLst>
            </p:cNvPr>
            <p:cNvSpPr/>
            <p:nvPr userDrawn="1"/>
          </p:nvSpPr>
          <p:spPr>
            <a:xfrm>
              <a:off x="1866578" y="263611"/>
              <a:ext cx="552450" cy="955589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F2D5BA9-02F0-4EBF-8047-65342716CF01}"/>
                </a:ext>
              </a:extLst>
            </p:cNvPr>
            <p:cNvSpPr/>
            <p:nvPr userDrawn="1"/>
          </p:nvSpPr>
          <p:spPr>
            <a:xfrm>
              <a:off x="1082826" y="422492"/>
              <a:ext cx="464344" cy="803189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4CD11AB-8BFB-424D-B3CC-4FEB6AB5C821}"/>
                </a:ext>
              </a:extLst>
            </p:cNvPr>
            <p:cNvSpPr/>
            <p:nvPr userDrawn="1"/>
          </p:nvSpPr>
          <p:spPr>
            <a:xfrm>
              <a:off x="449896" y="280904"/>
              <a:ext cx="553868" cy="958041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B82DE08-397D-4848-B109-C55EEF52BDA4}"/>
                </a:ext>
              </a:extLst>
            </p:cNvPr>
            <p:cNvSpPr/>
            <p:nvPr userDrawn="1"/>
          </p:nvSpPr>
          <p:spPr>
            <a:xfrm>
              <a:off x="328292" y="609600"/>
              <a:ext cx="364480" cy="630452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9598C0A-7EE6-4767-B149-6F044CB9FD7B}"/>
                </a:ext>
              </a:extLst>
            </p:cNvPr>
            <p:cNvSpPr/>
            <p:nvPr userDrawn="1"/>
          </p:nvSpPr>
          <p:spPr>
            <a:xfrm>
              <a:off x="939798" y="608493"/>
              <a:ext cx="364480" cy="630452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736E712-C4F3-4B0A-8585-2B8D1DBCB0CC}"/>
                </a:ext>
              </a:extLst>
            </p:cNvPr>
            <p:cNvSpPr/>
            <p:nvPr userDrawn="1"/>
          </p:nvSpPr>
          <p:spPr>
            <a:xfrm>
              <a:off x="2379627" y="555674"/>
              <a:ext cx="383601" cy="663526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D758FE55-F2E3-411E-B08B-7BB726147569}"/>
              </a:ext>
            </a:extLst>
          </p:cNvPr>
          <p:cNvSpPr/>
          <p:nvPr userDrawn="1"/>
        </p:nvSpPr>
        <p:spPr>
          <a:xfrm>
            <a:off x="3" y="6359793"/>
            <a:ext cx="9325299" cy="56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BD529C-F177-4014-858A-48426744683D}"/>
              </a:ext>
            </a:extLst>
          </p:cNvPr>
          <p:cNvSpPr/>
          <p:nvPr userDrawn="1"/>
        </p:nvSpPr>
        <p:spPr>
          <a:xfrm>
            <a:off x="3" y="6512193"/>
            <a:ext cx="9325299" cy="56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A4EDC-BC81-48B2-A5D1-5C42D2143CB0}"/>
              </a:ext>
            </a:extLst>
          </p:cNvPr>
          <p:cNvSpPr/>
          <p:nvPr userDrawn="1"/>
        </p:nvSpPr>
        <p:spPr>
          <a:xfrm>
            <a:off x="3" y="6664593"/>
            <a:ext cx="9325299" cy="56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61431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963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DE4DB8-95B1-490C-9ADC-E0A3E777B4A5}"/>
              </a:ext>
            </a:extLst>
          </p:cNvPr>
          <p:cNvSpPr/>
          <p:nvPr userDrawn="1"/>
        </p:nvSpPr>
        <p:spPr>
          <a:xfrm>
            <a:off x="419103" y="490539"/>
            <a:ext cx="8429625" cy="5876925"/>
          </a:xfrm>
          <a:prstGeom prst="roundRect">
            <a:avLst>
              <a:gd name="adj" fmla="val 4836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21490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DA522A-2DEF-4520-8803-18075D5AFB6D}"/>
              </a:ext>
            </a:extLst>
          </p:cNvPr>
          <p:cNvSpPr/>
          <p:nvPr userDrawn="1"/>
        </p:nvSpPr>
        <p:spPr>
          <a:xfrm>
            <a:off x="405728" y="347409"/>
            <a:ext cx="11380551" cy="6163182"/>
          </a:xfrm>
          <a:prstGeom prst="roundRect">
            <a:avLst>
              <a:gd name="adj" fmla="val 3889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82004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8425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B75548DB-9145-4C14-977F-BF3E634F8427}"/>
              </a:ext>
            </a:extLst>
          </p:cNvPr>
          <p:cNvSpPr/>
          <p:nvPr userDrawn="1"/>
        </p:nvSpPr>
        <p:spPr>
          <a:xfrm>
            <a:off x="3857627" y="601909"/>
            <a:ext cx="7771585" cy="5654186"/>
          </a:xfrm>
          <a:prstGeom prst="rect">
            <a:avLst/>
          </a:prstGeom>
          <a:solidFill>
            <a:schemeClr val="bg1">
              <a:alpha val="40000"/>
            </a:schemeClr>
          </a:solidFill>
          <a:ln w="9525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E1BB11-CE0C-4E0F-902B-E0070B16AAE6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9268565" y="783490"/>
            <a:ext cx="2160000" cy="26647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35" indent="0">
              <a:buNone/>
              <a:defRPr sz="2801"/>
            </a:lvl2pPr>
            <a:lvl3pPr marL="914469" indent="0">
              <a:buNone/>
              <a:defRPr sz="2400"/>
            </a:lvl3pPr>
            <a:lvl4pPr marL="1371704" indent="0">
              <a:buNone/>
              <a:defRPr sz="2000"/>
            </a:lvl4pPr>
            <a:lvl5pPr marL="1828937" indent="0">
              <a:buNone/>
              <a:defRPr sz="2000"/>
            </a:lvl5pPr>
            <a:lvl6pPr marL="2286173" indent="0">
              <a:buNone/>
              <a:defRPr sz="2000"/>
            </a:lvl6pPr>
            <a:lvl7pPr marL="2743406" indent="0">
              <a:buNone/>
              <a:defRPr sz="2000"/>
            </a:lvl7pPr>
            <a:lvl8pPr marL="3200640" indent="0">
              <a:buNone/>
              <a:defRPr sz="2000"/>
            </a:lvl8pPr>
            <a:lvl9pPr marL="3657875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637E444D-D0F8-454F-BC8D-5B07A2464039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694435" y="783490"/>
            <a:ext cx="2160000" cy="26647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35" indent="0">
              <a:buNone/>
              <a:defRPr sz="2801"/>
            </a:lvl2pPr>
            <a:lvl3pPr marL="914469" indent="0">
              <a:buNone/>
              <a:defRPr sz="2400"/>
            </a:lvl3pPr>
            <a:lvl4pPr marL="1371704" indent="0">
              <a:buNone/>
              <a:defRPr sz="2000"/>
            </a:lvl4pPr>
            <a:lvl5pPr marL="1828937" indent="0">
              <a:buNone/>
              <a:defRPr sz="2000"/>
            </a:lvl5pPr>
            <a:lvl6pPr marL="2286173" indent="0">
              <a:buNone/>
              <a:defRPr sz="2000"/>
            </a:lvl6pPr>
            <a:lvl7pPr marL="2743406" indent="0">
              <a:buNone/>
              <a:defRPr sz="2000"/>
            </a:lvl7pPr>
            <a:lvl8pPr marL="3200640" indent="0">
              <a:buNone/>
              <a:defRPr sz="2000"/>
            </a:lvl8pPr>
            <a:lvl9pPr marL="3657875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017A26C-1F87-42E7-AD5B-9E66527C1297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120304" y="783490"/>
            <a:ext cx="2160000" cy="26647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35" indent="0">
              <a:buNone/>
              <a:defRPr sz="2801"/>
            </a:lvl2pPr>
            <a:lvl3pPr marL="914469" indent="0">
              <a:buNone/>
              <a:defRPr sz="2400"/>
            </a:lvl3pPr>
            <a:lvl4pPr marL="1371704" indent="0">
              <a:buNone/>
              <a:defRPr sz="2000"/>
            </a:lvl4pPr>
            <a:lvl5pPr marL="1828937" indent="0">
              <a:buNone/>
              <a:defRPr sz="2000"/>
            </a:lvl5pPr>
            <a:lvl6pPr marL="2286173" indent="0">
              <a:buNone/>
              <a:defRPr sz="2000"/>
            </a:lvl6pPr>
            <a:lvl7pPr marL="2743406" indent="0">
              <a:buNone/>
              <a:defRPr sz="2000"/>
            </a:lvl7pPr>
            <a:lvl8pPr marL="3200640" indent="0">
              <a:buNone/>
              <a:defRPr sz="2000"/>
            </a:lvl8pPr>
            <a:lvl9pPr marL="3657875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1181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E541B56-E562-45F7-AF65-DC212716E3B3}"/>
              </a:ext>
            </a:extLst>
          </p:cNvPr>
          <p:cNvSpPr/>
          <p:nvPr userDrawn="1"/>
        </p:nvSpPr>
        <p:spPr>
          <a:xfrm>
            <a:off x="0" y="2638426"/>
            <a:ext cx="12192000" cy="3356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1D487A8B-D75C-45FC-8BC1-0D4AF5ACE0C7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096000" y="2959217"/>
            <a:ext cx="6096000" cy="27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79C5F99C-EA45-41DC-966E-F17A247EA3C2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638176" y="478949"/>
            <a:ext cx="2533651" cy="574098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1606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C6AC5C-B6EC-435C-A85E-3D6239B8E699}"/>
              </a:ext>
            </a:extLst>
          </p:cNvPr>
          <p:cNvSpPr/>
          <p:nvPr userDrawn="1"/>
        </p:nvSpPr>
        <p:spPr>
          <a:xfrm>
            <a:off x="5706239" y="1134293"/>
            <a:ext cx="6485763" cy="27497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061880F9-20D3-4626-A329-F4C73B4556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68939" y="1889760"/>
            <a:ext cx="3277824" cy="4968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1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F69E93-AE09-4200-A06B-AF62BA2DEF83}"/>
              </a:ext>
            </a:extLst>
          </p:cNvPr>
          <p:cNvSpPr/>
          <p:nvPr userDrawn="1"/>
        </p:nvSpPr>
        <p:spPr>
          <a:xfrm>
            <a:off x="3" y="0"/>
            <a:ext cx="3918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C10B3C62-656F-435D-9524-4DDA6D575D2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777707" y="0"/>
            <a:ext cx="3277824" cy="364889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1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</p:spTree>
    <p:extLst>
      <p:ext uri="{BB962C8B-B14F-4D97-AF65-F5344CB8AC3E}">
        <p14:creationId xmlns:p14="http://schemas.microsoft.com/office/powerpoint/2010/main" val="3684470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042BDB-2F8A-4632-BB44-DDEED52675C4}"/>
              </a:ext>
            </a:extLst>
          </p:cNvPr>
          <p:cNvSpPr/>
          <p:nvPr userDrawn="1"/>
        </p:nvSpPr>
        <p:spPr>
          <a:xfrm>
            <a:off x="5255666" y="3153398"/>
            <a:ext cx="6355221" cy="32461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A8D69A-BFC2-4B10-BE3B-DDECB81DE897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588681" y="458498"/>
            <a:ext cx="9358627" cy="5369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35" indent="0">
              <a:buNone/>
              <a:defRPr sz="2801"/>
            </a:lvl2pPr>
            <a:lvl3pPr marL="914469" indent="0">
              <a:buNone/>
              <a:defRPr sz="2400"/>
            </a:lvl3pPr>
            <a:lvl4pPr marL="1371704" indent="0">
              <a:buNone/>
              <a:defRPr sz="2000"/>
            </a:lvl4pPr>
            <a:lvl5pPr marL="1828937" indent="0">
              <a:buNone/>
              <a:defRPr sz="2000"/>
            </a:lvl5pPr>
            <a:lvl6pPr marL="2286173" indent="0">
              <a:buNone/>
              <a:defRPr sz="2000"/>
            </a:lvl6pPr>
            <a:lvl7pPr marL="2743406" indent="0">
              <a:buNone/>
              <a:defRPr sz="2000"/>
            </a:lvl7pPr>
            <a:lvl8pPr marL="3200640" indent="0">
              <a:buNone/>
              <a:defRPr sz="2000"/>
            </a:lvl8pPr>
            <a:lvl9pPr marL="3657875" indent="0">
              <a:buNone/>
              <a:defRPr sz="2000"/>
            </a:lvl9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1737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 hasCustomPrompt="1"/>
          </p:nvPr>
        </p:nvSpPr>
        <p:spPr>
          <a:xfrm>
            <a:off x="640595" y="238552"/>
            <a:ext cx="5568619" cy="165618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4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724527" y="0"/>
            <a:ext cx="646747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12" indent="0">
              <a:buNone/>
              <a:defRPr sz="2801"/>
            </a:lvl2pPr>
            <a:lvl3pPr marL="914423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99161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&amp; Conten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0" y="3356996"/>
            <a:ext cx="12192000" cy="3501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8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2000" cy="326571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60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0" y="3265715"/>
            <a:ext cx="12192000" cy="91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5637446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AB6BE5-3958-49E8-8991-D22E07717048}"/>
              </a:ext>
            </a:extLst>
          </p:cNvPr>
          <p:cNvSpPr/>
          <p:nvPr userDrawn="1"/>
        </p:nvSpPr>
        <p:spPr>
          <a:xfrm>
            <a:off x="1500807" y="1260377"/>
            <a:ext cx="5040000" cy="50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32721" y="548681"/>
            <a:ext cx="5040000" cy="50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12" indent="0">
              <a:buNone/>
              <a:defRPr sz="2801"/>
            </a:lvl2pPr>
            <a:lvl3pPr marL="914423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4457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3439889" y="5"/>
            <a:ext cx="2520000" cy="4725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1">
                <a:latin typeface="+mn-lt"/>
                <a:cs typeface="Arial" pitchFamily="34" charset="0"/>
              </a:defRPr>
            </a:lvl1pPr>
            <a:lvl2pPr marL="457212" indent="0">
              <a:buNone/>
              <a:defRPr sz="2801"/>
            </a:lvl2pPr>
            <a:lvl3pPr marL="914423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6235775" y="692696"/>
            <a:ext cx="2520000" cy="61653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1">
                <a:latin typeface="+mn-lt"/>
                <a:cs typeface="Arial" pitchFamily="34" charset="0"/>
              </a:defRPr>
            </a:lvl1pPr>
            <a:lvl2pPr marL="457212" indent="0">
              <a:buNone/>
              <a:defRPr sz="2801"/>
            </a:lvl2pPr>
            <a:lvl3pPr marL="914423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1578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092000" y="0"/>
            <a:ext cx="8100000" cy="39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12" indent="0">
              <a:buNone/>
              <a:defRPr sz="2801"/>
            </a:lvl2pPr>
            <a:lvl3pPr marL="914423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3960000"/>
            <a:ext cx="4092000" cy="289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12" indent="0">
              <a:buNone/>
              <a:defRPr sz="2801"/>
            </a:lvl2pPr>
            <a:lvl3pPr marL="914423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4200000" y="4050000"/>
            <a:ext cx="7992000" cy="2808000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53580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C0D4C10-C2A4-4F08-8784-50572298CBD4}"/>
              </a:ext>
            </a:extLst>
          </p:cNvPr>
          <p:cNvGrpSpPr/>
          <p:nvPr userDrawn="1"/>
        </p:nvGrpSpPr>
        <p:grpSpPr>
          <a:xfrm>
            <a:off x="7405927" y="441839"/>
            <a:ext cx="3829033" cy="4683743"/>
            <a:chOff x="6446339" y="1280897"/>
            <a:chExt cx="4320717" cy="528517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BC281C3-54A3-4D17-90D3-3C22D885DC3D}"/>
                </a:ext>
              </a:extLst>
            </p:cNvPr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276248D-1491-483D-8DA7-980D548EAFD0}"/>
                </a:ext>
              </a:extLst>
            </p:cNvPr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086D30-B45E-4AE5-A39A-ADF73985F3B7}"/>
                </a:ext>
              </a:extLst>
            </p:cNvPr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6C450B-5BE9-4F31-B8AE-78C2BD8E0ABA}"/>
                </a:ext>
              </a:extLst>
            </p:cNvPr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8283BE-C719-442C-B842-C6A9E6D61E9D}"/>
                </a:ext>
              </a:extLst>
            </p:cNvPr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15058D7-0B43-45B3-9958-CCB1DE474417}"/>
                </a:ext>
              </a:extLst>
            </p:cNvPr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F607027-3C81-4740-96D4-A8C5B8B0438F}"/>
                </a:ext>
              </a:extLst>
            </p:cNvPr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047F23E5-8B4D-418C-B537-E74418615CD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27589" y="618680"/>
            <a:ext cx="3533199" cy="3162749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" fmla="*/ 0 w 4495800"/>
              <a:gd name="connsiteY0" fmla="*/ 656948 h 3250005"/>
              <a:gd name="connsiteX1" fmla="*/ 2951085 w 4495800"/>
              <a:gd name="connsiteY1" fmla="*/ 0 h 3250005"/>
              <a:gd name="connsiteX2" fmla="*/ 4495800 w 4495800"/>
              <a:gd name="connsiteY2" fmla="*/ 3250005 h 3250005"/>
              <a:gd name="connsiteX3" fmla="*/ 0 w 4495800"/>
              <a:gd name="connsiteY3" fmla="*/ 3250005 h 3250005"/>
              <a:gd name="connsiteX4" fmla="*/ 0 w 4495800"/>
              <a:gd name="connsiteY4" fmla="*/ 656948 h 3250005"/>
              <a:gd name="connsiteX0" fmla="*/ 106532 w 4602332"/>
              <a:gd name="connsiteY0" fmla="*/ 656948 h 3250005"/>
              <a:gd name="connsiteX1" fmla="*/ 3057617 w 4602332"/>
              <a:gd name="connsiteY1" fmla="*/ 0 h 3250005"/>
              <a:gd name="connsiteX2" fmla="*/ 4602332 w 4602332"/>
              <a:gd name="connsiteY2" fmla="*/ 3250005 h 3250005"/>
              <a:gd name="connsiteX3" fmla="*/ 0 w 4602332"/>
              <a:gd name="connsiteY3" fmla="*/ 2584180 h 3250005"/>
              <a:gd name="connsiteX4" fmla="*/ 106532 w 4602332"/>
              <a:gd name="connsiteY4" fmla="*/ 656948 h 3250005"/>
              <a:gd name="connsiteX0" fmla="*/ 106532 w 3057617"/>
              <a:gd name="connsiteY0" fmla="*/ 656948 h 2584180"/>
              <a:gd name="connsiteX1" fmla="*/ 3057617 w 3057617"/>
              <a:gd name="connsiteY1" fmla="*/ 0 h 2584180"/>
              <a:gd name="connsiteX2" fmla="*/ 2196483 w 3057617"/>
              <a:gd name="connsiteY2" fmla="*/ 2122541 h 2584180"/>
              <a:gd name="connsiteX3" fmla="*/ 0 w 3057617"/>
              <a:gd name="connsiteY3" fmla="*/ 2584180 h 2584180"/>
              <a:gd name="connsiteX4" fmla="*/ 106532 w 3057617"/>
              <a:gd name="connsiteY4" fmla="*/ 656948 h 2584180"/>
              <a:gd name="connsiteX0" fmla="*/ 106532 w 3057617"/>
              <a:gd name="connsiteY0" fmla="*/ 656948 h 2681834"/>
              <a:gd name="connsiteX1" fmla="*/ 3057617 w 3057617"/>
              <a:gd name="connsiteY1" fmla="*/ 0 h 2681834"/>
              <a:gd name="connsiteX2" fmla="*/ 2897819 w 3057617"/>
              <a:gd name="connsiteY2" fmla="*/ 2681834 h 2681834"/>
              <a:gd name="connsiteX3" fmla="*/ 0 w 3057617"/>
              <a:gd name="connsiteY3" fmla="*/ 2584180 h 2681834"/>
              <a:gd name="connsiteX4" fmla="*/ 106532 w 3057617"/>
              <a:gd name="connsiteY4" fmla="*/ 656948 h 2681834"/>
              <a:gd name="connsiteX0" fmla="*/ 0 w 2951085"/>
              <a:gd name="connsiteY0" fmla="*/ 656948 h 2681834"/>
              <a:gd name="connsiteX1" fmla="*/ 2951085 w 2951085"/>
              <a:gd name="connsiteY1" fmla="*/ 0 h 2681834"/>
              <a:gd name="connsiteX2" fmla="*/ 2791287 w 2951085"/>
              <a:gd name="connsiteY2" fmla="*/ 2681834 h 2681834"/>
              <a:gd name="connsiteX3" fmla="*/ 594804 w 2951085"/>
              <a:gd name="connsiteY3" fmla="*/ 2335605 h 2681834"/>
              <a:gd name="connsiteX4" fmla="*/ 0 w 2951085"/>
              <a:gd name="connsiteY4" fmla="*/ 656948 h 2681834"/>
              <a:gd name="connsiteX0" fmla="*/ 115409 w 3066494"/>
              <a:gd name="connsiteY0" fmla="*/ 656948 h 2681834"/>
              <a:gd name="connsiteX1" fmla="*/ 3066494 w 3066494"/>
              <a:gd name="connsiteY1" fmla="*/ 0 h 2681834"/>
              <a:gd name="connsiteX2" fmla="*/ 2906696 w 3066494"/>
              <a:gd name="connsiteY2" fmla="*/ 2681834 h 2681834"/>
              <a:gd name="connsiteX3" fmla="*/ 0 w 3066494"/>
              <a:gd name="connsiteY3" fmla="*/ 2557547 h 2681834"/>
              <a:gd name="connsiteX4" fmla="*/ 115409 w 3066494"/>
              <a:gd name="connsiteY4" fmla="*/ 656948 h 2681834"/>
              <a:gd name="connsiteX0" fmla="*/ 115409 w 2906696"/>
              <a:gd name="connsiteY0" fmla="*/ 292964 h 2317850"/>
              <a:gd name="connsiteX1" fmla="*/ 2853430 w 2906696"/>
              <a:gd name="connsiteY1" fmla="*/ 0 h 2317850"/>
              <a:gd name="connsiteX2" fmla="*/ 2906696 w 2906696"/>
              <a:gd name="connsiteY2" fmla="*/ 2317850 h 2317850"/>
              <a:gd name="connsiteX3" fmla="*/ 0 w 2906696"/>
              <a:gd name="connsiteY3" fmla="*/ 2193563 h 2317850"/>
              <a:gd name="connsiteX4" fmla="*/ 115409 w 2906696"/>
              <a:gd name="connsiteY4" fmla="*/ 292964 h 2317850"/>
              <a:gd name="connsiteX0" fmla="*/ 115409 w 3057617"/>
              <a:gd name="connsiteY0" fmla="*/ 648071 h 2672957"/>
              <a:gd name="connsiteX1" fmla="*/ 3057617 w 3057617"/>
              <a:gd name="connsiteY1" fmla="*/ 0 h 2672957"/>
              <a:gd name="connsiteX2" fmla="*/ 2906696 w 3057617"/>
              <a:gd name="connsiteY2" fmla="*/ 2672957 h 2672957"/>
              <a:gd name="connsiteX3" fmla="*/ 0 w 3057617"/>
              <a:gd name="connsiteY3" fmla="*/ 2548670 h 2672957"/>
              <a:gd name="connsiteX4" fmla="*/ 115409 w 3057617"/>
              <a:gd name="connsiteY4" fmla="*/ 648071 h 2672957"/>
              <a:gd name="connsiteX0" fmla="*/ 115409 w 2971257"/>
              <a:gd name="connsiteY0" fmla="*/ 510911 h 2535797"/>
              <a:gd name="connsiteX1" fmla="*/ 2971257 w 2971257"/>
              <a:gd name="connsiteY1" fmla="*/ 0 h 2535797"/>
              <a:gd name="connsiteX2" fmla="*/ 2906696 w 2971257"/>
              <a:gd name="connsiteY2" fmla="*/ 2535797 h 2535797"/>
              <a:gd name="connsiteX3" fmla="*/ 0 w 2971257"/>
              <a:gd name="connsiteY3" fmla="*/ 2411510 h 2535797"/>
              <a:gd name="connsiteX4" fmla="*/ 115409 w 2971257"/>
              <a:gd name="connsiteY4" fmla="*/ 510911 h 2535797"/>
              <a:gd name="connsiteX0" fmla="*/ 115409 w 3077937"/>
              <a:gd name="connsiteY0" fmla="*/ 668391 h 2693277"/>
              <a:gd name="connsiteX1" fmla="*/ 3077937 w 3077937"/>
              <a:gd name="connsiteY1" fmla="*/ 0 h 2693277"/>
              <a:gd name="connsiteX2" fmla="*/ 2906696 w 3077937"/>
              <a:gd name="connsiteY2" fmla="*/ 2693277 h 2693277"/>
              <a:gd name="connsiteX3" fmla="*/ 0 w 3077937"/>
              <a:gd name="connsiteY3" fmla="*/ 2568990 h 2693277"/>
              <a:gd name="connsiteX4" fmla="*/ 115409 w 3077937"/>
              <a:gd name="connsiteY4" fmla="*/ 668391 h 2693277"/>
              <a:gd name="connsiteX0" fmla="*/ 115409 w 3077937"/>
              <a:gd name="connsiteY0" fmla="*/ 668391 h 2568990"/>
              <a:gd name="connsiteX1" fmla="*/ 3077937 w 3077937"/>
              <a:gd name="connsiteY1" fmla="*/ 0 h 2568990"/>
              <a:gd name="connsiteX2" fmla="*/ 2769536 w 3077937"/>
              <a:gd name="connsiteY2" fmla="*/ 2535797 h 2568990"/>
              <a:gd name="connsiteX3" fmla="*/ 0 w 3077937"/>
              <a:gd name="connsiteY3" fmla="*/ 2568990 h 2568990"/>
              <a:gd name="connsiteX4" fmla="*/ 115409 w 3077937"/>
              <a:gd name="connsiteY4" fmla="*/ 668391 h 2568990"/>
              <a:gd name="connsiteX0" fmla="*/ 115409 w 3077937"/>
              <a:gd name="connsiteY0" fmla="*/ 668391 h 2693277"/>
              <a:gd name="connsiteX1" fmla="*/ 3077937 w 3077937"/>
              <a:gd name="connsiteY1" fmla="*/ 0 h 2693277"/>
              <a:gd name="connsiteX2" fmla="*/ 2916856 w 3077937"/>
              <a:gd name="connsiteY2" fmla="*/ 2693277 h 2693277"/>
              <a:gd name="connsiteX3" fmla="*/ 0 w 3077937"/>
              <a:gd name="connsiteY3" fmla="*/ 2568990 h 2693277"/>
              <a:gd name="connsiteX4" fmla="*/ 115409 w 3077937"/>
              <a:gd name="connsiteY4" fmla="*/ 668391 h 2693277"/>
              <a:gd name="connsiteX0" fmla="*/ 0 w 2962528"/>
              <a:gd name="connsiteY0" fmla="*/ 668391 h 2693277"/>
              <a:gd name="connsiteX1" fmla="*/ 2962528 w 2962528"/>
              <a:gd name="connsiteY1" fmla="*/ 0 h 2693277"/>
              <a:gd name="connsiteX2" fmla="*/ 2801447 w 2962528"/>
              <a:gd name="connsiteY2" fmla="*/ 2693277 h 2693277"/>
              <a:gd name="connsiteX3" fmla="*/ 331631 w 2962528"/>
              <a:gd name="connsiteY3" fmla="*/ 2289590 h 2693277"/>
              <a:gd name="connsiteX4" fmla="*/ 0 w 2962528"/>
              <a:gd name="connsiteY4" fmla="*/ 668391 h 2693277"/>
              <a:gd name="connsiteX0" fmla="*/ 120489 w 3083017"/>
              <a:gd name="connsiteY0" fmla="*/ 66839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120489 w 3083017"/>
              <a:gd name="connsiteY4" fmla="*/ 668391 h 2693277"/>
              <a:gd name="connsiteX0" fmla="*/ 262729 w 3083017"/>
              <a:gd name="connsiteY0" fmla="*/ 84111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262729 w 3083017"/>
              <a:gd name="connsiteY4" fmla="*/ 841111 h 2693277"/>
              <a:gd name="connsiteX0" fmla="*/ 105249 w 3083017"/>
              <a:gd name="connsiteY0" fmla="*/ 70903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105249 w 3083017"/>
              <a:gd name="connsiteY4" fmla="*/ 709031 h 2693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62020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1A878D-07A3-41D4-969A-CEC7DA6439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"/>
            <a:ext cx="12192000" cy="6857999"/>
          </a:xfrm>
          <a:prstGeom prst="parallelogram">
            <a:avLst>
              <a:gd name="adj" fmla="val 90695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53041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slide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F5F9F48-A0D7-42AF-B746-871E3E140EE9}"/>
              </a:ext>
            </a:extLst>
          </p:cNvPr>
          <p:cNvSpPr/>
          <p:nvPr userDrawn="1"/>
        </p:nvSpPr>
        <p:spPr>
          <a:xfrm>
            <a:off x="4457701" y="0"/>
            <a:ext cx="7734300" cy="6858000"/>
          </a:xfrm>
          <a:custGeom>
            <a:avLst/>
            <a:gdLst>
              <a:gd name="connsiteX0" fmla="*/ 3160975 w 7734300"/>
              <a:gd name="connsiteY0" fmla="*/ 0 h 6858000"/>
              <a:gd name="connsiteX1" fmla="*/ 3167701 w 7734300"/>
              <a:gd name="connsiteY1" fmla="*/ 0 h 6858000"/>
              <a:gd name="connsiteX2" fmla="*/ 7734300 w 7734300"/>
              <a:gd name="connsiteY2" fmla="*/ 0 h 6858000"/>
              <a:gd name="connsiteX3" fmla="*/ 7734300 w 7734300"/>
              <a:gd name="connsiteY3" fmla="*/ 6858000 h 6858000"/>
              <a:gd name="connsiteX4" fmla="*/ 3167701 w 7734300"/>
              <a:gd name="connsiteY4" fmla="*/ 6858000 h 6858000"/>
              <a:gd name="connsiteX5" fmla="*/ 3160975 w 7734300"/>
              <a:gd name="connsiteY5" fmla="*/ 6858000 h 6858000"/>
              <a:gd name="connsiteX6" fmla="*/ 3160975 w 7734300"/>
              <a:gd name="connsiteY6" fmla="*/ 6850774 h 6858000"/>
              <a:gd name="connsiteX7" fmla="*/ 0 w 7734300"/>
              <a:gd name="connsiteY7" fmla="*/ 3454443 h 6858000"/>
              <a:gd name="connsiteX8" fmla="*/ 3160975 w 7734300"/>
              <a:gd name="connsiteY8" fmla="*/ 73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34300" h="6858000">
                <a:moveTo>
                  <a:pt x="3160975" y="0"/>
                </a:moveTo>
                <a:lnTo>
                  <a:pt x="3167701" y="0"/>
                </a:lnTo>
                <a:lnTo>
                  <a:pt x="7734300" y="0"/>
                </a:lnTo>
                <a:lnTo>
                  <a:pt x="7734300" y="6858000"/>
                </a:lnTo>
                <a:lnTo>
                  <a:pt x="3167701" y="6858000"/>
                </a:lnTo>
                <a:lnTo>
                  <a:pt x="3160975" y="6858000"/>
                </a:lnTo>
                <a:lnTo>
                  <a:pt x="3160975" y="6850774"/>
                </a:lnTo>
                <a:lnTo>
                  <a:pt x="0" y="3454443"/>
                </a:lnTo>
                <a:lnTo>
                  <a:pt x="3160975" y="73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CF90682-C775-4F81-8230-DD7BF250795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734300" cy="6858000"/>
          </a:xfrm>
          <a:custGeom>
            <a:avLst/>
            <a:gdLst>
              <a:gd name="connsiteX0" fmla="*/ 0 w 7302500"/>
              <a:gd name="connsiteY0" fmla="*/ 0 h 6858000"/>
              <a:gd name="connsiteX1" fmla="*/ 4311650 w 7302500"/>
              <a:gd name="connsiteY1" fmla="*/ 0 h 6858000"/>
              <a:gd name="connsiteX2" fmla="*/ 4318000 w 7302500"/>
              <a:gd name="connsiteY2" fmla="*/ 0 h 6858000"/>
              <a:gd name="connsiteX3" fmla="*/ 4318000 w 7302500"/>
              <a:gd name="connsiteY3" fmla="*/ 7226 h 6858000"/>
              <a:gd name="connsiteX4" fmla="*/ 7302500 w 7302500"/>
              <a:gd name="connsiteY4" fmla="*/ 3403557 h 6858000"/>
              <a:gd name="connsiteX5" fmla="*/ 4318000 w 7302500"/>
              <a:gd name="connsiteY5" fmla="*/ 6850666 h 6858000"/>
              <a:gd name="connsiteX6" fmla="*/ 4318000 w 7302500"/>
              <a:gd name="connsiteY6" fmla="*/ 6858000 h 6858000"/>
              <a:gd name="connsiteX7" fmla="*/ 4311650 w 7302500"/>
              <a:gd name="connsiteY7" fmla="*/ 6858000 h 6858000"/>
              <a:gd name="connsiteX8" fmla="*/ 0 w 73025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02500" h="6858000">
                <a:moveTo>
                  <a:pt x="0" y="0"/>
                </a:moveTo>
                <a:lnTo>
                  <a:pt x="4311650" y="0"/>
                </a:lnTo>
                <a:lnTo>
                  <a:pt x="4318000" y="0"/>
                </a:lnTo>
                <a:lnTo>
                  <a:pt x="4318000" y="7226"/>
                </a:lnTo>
                <a:lnTo>
                  <a:pt x="7302500" y="3403557"/>
                </a:lnTo>
                <a:lnTo>
                  <a:pt x="4318000" y="6850666"/>
                </a:lnTo>
                <a:lnTo>
                  <a:pt x="4318000" y="6858000"/>
                </a:lnTo>
                <a:lnTo>
                  <a:pt x="43116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23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50014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5B8CE5-8DE7-4B1E-A438-23286B4532FA}"/>
              </a:ext>
            </a:extLst>
          </p:cNvPr>
          <p:cNvSpPr/>
          <p:nvPr userDrawn="1"/>
        </p:nvSpPr>
        <p:spPr>
          <a:xfrm>
            <a:off x="2" y="0"/>
            <a:ext cx="3780891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70290CC-81EF-4E15-9C76-9825C872E73D}"/>
              </a:ext>
            </a:extLst>
          </p:cNvPr>
          <p:cNvSpPr/>
          <p:nvPr userDrawn="1"/>
        </p:nvSpPr>
        <p:spPr>
          <a:xfrm>
            <a:off x="67750" y="2190042"/>
            <a:ext cx="1825371" cy="4705764"/>
          </a:xfrm>
          <a:custGeom>
            <a:avLst/>
            <a:gdLst>
              <a:gd name="connsiteX0" fmla="*/ 15747 w 1825371"/>
              <a:gd name="connsiteY0" fmla="*/ 1352 h 3047785"/>
              <a:gd name="connsiteX1" fmla="*/ 83062 w 1825371"/>
              <a:gd name="connsiteY1" fmla="*/ 34837 h 3047785"/>
              <a:gd name="connsiteX2" fmla="*/ 961270 w 1825371"/>
              <a:gd name="connsiteY2" fmla="*/ 755975 h 3047785"/>
              <a:gd name="connsiteX3" fmla="*/ 1239162 w 1825371"/>
              <a:gd name="connsiteY3" fmla="*/ 1001764 h 3047785"/>
              <a:gd name="connsiteX4" fmla="*/ 1276445 w 1825371"/>
              <a:gd name="connsiteY4" fmla="*/ 1025928 h 3047785"/>
              <a:gd name="connsiteX5" fmla="*/ 1316489 w 1825371"/>
              <a:gd name="connsiteY5" fmla="*/ 1009704 h 3047785"/>
              <a:gd name="connsiteX6" fmla="*/ 1345141 w 1825371"/>
              <a:gd name="connsiteY6" fmla="*/ 948602 h 3047785"/>
              <a:gd name="connsiteX7" fmla="*/ 1407624 w 1825371"/>
              <a:gd name="connsiteY7" fmla="*/ 869894 h 3047785"/>
              <a:gd name="connsiteX8" fmla="*/ 1749379 w 1825371"/>
              <a:gd name="connsiteY8" fmla="*/ 590967 h 3047785"/>
              <a:gd name="connsiteX9" fmla="*/ 1808066 w 1825371"/>
              <a:gd name="connsiteY9" fmla="*/ 545399 h 3047785"/>
              <a:gd name="connsiteX10" fmla="*/ 1825326 w 1825371"/>
              <a:gd name="connsiteY10" fmla="*/ 554375 h 3047785"/>
              <a:gd name="connsiteX11" fmla="*/ 1811172 w 1825371"/>
              <a:gd name="connsiteY11" fmla="*/ 590277 h 3047785"/>
              <a:gd name="connsiteX12" fmla="*/ 1721073 w 1825371"/>
              <a:gd name="connsiteY12" fmla="*/ 698326 h 3047785"/>
              <a:gd name="connsiteX13" fmla="*/ 1385877 w 1825371"/>
              <a:gd name="connsiteY13" fmla="*/ 1068389 h 3047785"/>
              <a:gd name="connsiteX14" fmla="*/ 1376211 w 1825371"/>
              <a:gd name="connsiteY14" fmla="*/ 1098421 h 3047785"/>
              <a:gd name="connsiteX15" fmla="*/ 1361366 w 1825371"/>
              <a:gd name="connsiteY15" fmla="*/ 1135359 h 3047785"/>
              <a:gd name="connsiteX16" fmla="*/ 1355153 w 1825371"/>
              <a:gd name="connsiteY16" fmla="*/ 1169879 h 3047785"/>
              <a:gd name="connsiteX17" fmla="*/ 1409696 w 1825371"/>
              <a:gd name="connsiteY17" fmla="*/ 1384253 h 3047785"/>
              <a:gd name="connsiteX18" fmla="*/ 1524994 w 1825371"/>
              <a:gd name="connsiteY18" fmla="*/ 1739817 h 3047785"/>
              <a:gd name="connsiteX19" fmla="*/ 1659971 w 1825371"/>
              <a:gd name="connsiteY19" fmla="*/ 2199288 h 3047785"/>
              <a:gd name="connsiteX20" fmla="*/ 1782864 w 1825371"/>
              <a:gd name="connsiteY20" fmla="*/ 2697077 h 3047785"/>
              <a:gd name="connsiteX21" fmla="*/ 1794257 w 1825371"/>
              <a:gd name="connsiteY21" fmla="*/ 2767845 h 3047785"/>
              <a:gd name="connsiteX22" fmla="*/ 1791840 w 1825371"/>
              <a:gd name="connsiteY22" fmla="*/ 2778202 h 3047785"/>
              <a:gd name="connsiteX23" fmla="*/ 1784245 w 1825371"/>
              <a:gd name="connsiteY23" fmla="*/ 2770607 h 3047785"/>
              <a:gd name="connsiteX24" fmla="*/ 1746617 w 1825371"/>
              <a:gd name="connsiteY24" fmla="*/ 2660831 h 3047785"/>
              <a:gd name="connsiteX25" fmla="*/ 1513602 w 1825371"/>
              <a:gd name="connsiteY25" fmla="*/ 1875484 h 3047785"/>
              <a:gd name="connsiteX26" fmla="*/ 1297158 w 1825371"/>
              <a:gd name="connsiteY26" fmla="*/ 1267919 h 3047785"/>
              <a:gd name="connsiteX27" fmla="*/ 1275064 w 1825371"/>
              <a:gd name="connsiteY27" fmla="*/ 1217173 h 3047785"/>
              <a:gd name="connsiteX28" fmla="*/ 1248483 w 1825371"/>
              <a:gd name="connsiteY28" fmla="*/ 1193353 h 3047785"/>
              <a:gd name="connsiteX29" fmla="*/ 1232949 w 1825371"/>
              <a:gd name="connsiteY29" fmla="*/ 1222351 h 3047785"/>
              <a:gd name="connsiteX30" fmla="*/ 1230877 w 1825371"/>
              <a:gd name="connsiteY30" fmla="*/ 1283108 h 3047785"/>
              <a:gd name="connsiteX31" fmla="*/ 1243305 w 1825371"/>
              <a:gd name="connsiteY31" fmla="*/ 1522336 h 3047785"/>
              <a:gd name="connsiteX32" fmla="*/ 1261256 w 1825371"/>
              <a:gd name="connsiteY32" fmla="*/ 1854772 h 3047785"/>
              <a:gd name="connsiteX33" fmla="*/ 1272647 w 1825371"/>
              <a:gd name="connsiteY33" fmla="*/ 2086061 h 3047785"/>
              <a:gd name="connsiteX34" fmla="*/ 1288528 w 1825371"/>
              <a:gd name="connsiteY34" fmla="*/ 2674639 h 3047785"/>
              <a:gd name="connsiteX35" fmla="*/ 1297493 w 1825371"/>
              <a:gd name="connsiteY35" fmla="*/ 3047785 h 3047785"/>
              <a:gd name="connsiteX36" fmla="*/ 1048951 w 1825371"/>
              <a:gd name="connsiteY36" fmla="*/ 3047785 h 3047785"/>
              <a:gd name="connsiteX37" fmla="*/ 1053441 w 1825371"/>
              <a:gd name="connsiteY37" fmla="*/ 2920082 h 3047785"/>
              <a:gd name="connsiteX38" fmla="*/ 1066213 w 1825371"/>
              <a:gd name="connsiteY38" fmla="*/ 2573839 h 3047785"/>
              <a:gd name="connsiteX39" fmla="*/ 1077951 w 1825371"/>
              <a:gd name="connsiteY39" fmla="*/ 2236916 h 3047785"/>
              <a:gd name="connsiteX40" fmla="*/ 1093485 w 1825371"/>
              <a:gd name="connsiteY40" fmla="*/ 1882733 h 3047785"/>
              <a:gd name="connsiteX41" fmla="*/ 1107983 w 1825371"/>
              <a:gd name="connsiteY41" fmla="*/ 1608293 h 3047785"/>
              <a:gd name="connsiteX42" fmla="*/ 1125245 w 1825371"/>
              <a:gd name="connsiteY42" fmla="*/ 1293464 h 3047785"/>
              <a:gd name="connsiteX43" fmla="*/ 1096247 w 1825371"/>
              <a:gd name="connsiteY43" fmla="*/ 1270681 h 3047785"/>
              <a:gd name="connsiteX44" fmla="*/ 984400 w 1825371"/>
              <a:gd name="connsiteY44" fmla="*/ 1242374 h 3047785"/>
              <a:gd name="connsiteX45" fmla="*/ 977149 w 1825371"/>
              <a:gd name="connsiteY45" fmla="*/ 1225458 h 3047785"/>
              <a:gd name="connsiteX46" fmla="*/ 983019 w 1825371"/>
              <a:gd name="connsiteY46" fmla="*/ 1189902 h 3047785"/>
              <a:gd name="connsiteX47" fmla="*/ 1016158 w 1825371"/>
              <a:gd name="connsiteY47" fmla="*/ 1097041 h 3047785"/>
              <a:gd name="connsiteX48" fmla="*/ 1055513 w 1825371"/>
              <a:gd name="connsiteY48" fmla="*/ 1078055 h 3047785"/>
              <a:gd name="connsiteX49" fmla="*/ 1097628 w 1825371"/>
              <a:gd name="connsiteY49" fmla="*/ 1104290 h 3047785"/>
              <a:gd name="connsiteX50" fmla="*/ 1115579 w 1825371"/>
              <a:gd name="connsiteY50" fmla="*/ 1107743 h 3047785"/>
              <a:gd name="connsiteX51" fmla="*/ 1177026 w 1825371"/>
              <a:gd name="connsiteY51" fmla="*/ 1087375 h 3047785"/>
              <a:gd name="connsiteX52" fmla="*/ 1179787 w 1825371"/>
              <a:gd name="connsiteY52" fmla="*/ 1073913 h 3047785"/>
              <a:gd name="connsiteX53" fmla="*/ 1135255 w 1825371"/>
              <a:gd name="connsiteY53" fmla="*/ 1041117 h 3047785"/>
              <a:gd name="connsiteX54" fmla="*/ 939868 w 1825371"/>
              <a:gd name="connsiteY54" fmla="*/ 883702 h 3047785"/>
              <a:gd name="connsiteX55" fmla="*/ 549783 w 1825371"/>
              <a:gd name="connsiteY55" fmla="*/ 496379 h 3047785"/>
              <a:gd name="connsiteX56" fmla="*/ 40947 w 1825371"/>
              <a:gd name="connsiteY56" fmla="*/ 48990 h 3047785"/>
              <a:gd name="connsiteX57" fmla="*/ 5735 w 1825371"/>
              <a:gd name="connsiteY57" fmla="*/ 17231 h 3047785"/>
              <a:gd name="connsiteX58" fmla="*/ 902 w 1825371"/>
              <a:gd name="connsiteY58" fmla="*/ 4114 h 3047785"/>
              <a:gd name="connsiteX59" fmla="*/ 15747 w 1825371"/>
              <a:gd name="connsiteY59" fmla="*/ 1352 h 3047785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88528 w 1825371"/>
              <a:gd name="connsiteY34" fmla="*/ 2674639 h 4705763"/>
              <a:gd name="connsiteX35" fmla="*/ 1297493 w 1825371"/>
              <a:gd name="connsiteY35" fmla="*/ 3047785 h 4705763"/>
              <a:gd name="connsiteX36" fmla="*/ 938419 w 1825371"/>
              <a:gd name="connsiteY36" fmla="*/ 4705763 h 4705763"/>
              <a:gd name="connsiteX37" fmla="*/ 1053441 w 1825371"/>
              <a:gd name="connsiteY37" fmla="*/ 2920082 h 4705763"/>
              <a:gd name="connsiteX38" fmla="*/ 1066213 w 1825371"/>
              <a:gd name="connsiteY38" fmla="*/ 2573839 h 4705763"/>
              <a:gd name="connsiteX39" fmla="*/ 1077951 w 1825371"/>
              <a:gd name="connsiteY39" fmla="*/ 2236916 h 4705763"/>
              <a:gd name="connsiteX40" fmla="*/ 1093485 w 1825371"/>
              <a:gd name="connsiteY40" fmla="*/ 1882733 h 4705763"/>
              <a:gd name="connsiteX41" fmla="*/ 1107983 w 1825371"/>
              <a:gd name="connsiteY41" fmla="*/ 1608293 h 4705763"/>
              <a:gd name="connsiteX42" fmla="*/ 1125245 w 1825371"/>
              <a:gd name="connsiteY42" fmla="*/ 1293464 h 4705763"/>
              <a:gd name="connsiteX43" fmla="*/ 1096247 w 1825371"/>
              <a:gd name="connsiteY43" fmla="*/ 1270681 h 4705763"/>
              <a:gd name="connsiteX44" fmla="*/ 984400 w 1825371"/>
              <a:gd name="connsiteY44" fmla="*/ 1242374 h 4705763"/>
              <a:gd name="connsiteX45" fmla="*/ 977149 w 1825371"/>
              <a:gd name="connsiteY45" fmla="*/ 1225458 h 4705763"/>
              <a:gd name="connsiteX46" fmla="*/ 983019 w 1825371"/>
              <a:gd name="connsiteY46" fmla="*/ 1189902 h 4705763"/>
              <a:gd name="connsiteX47" fmla="*/ 1016158 w 1825371"/>
              <a:gd name="connsiteY47" fmla="*/ 1097041 h 4705763"/>
              <a:gd name="connsiteX48" fmla="*/ 1055513 w 1825371"/>
              <a:gd name="connsiteY48" fmla="*/ 1078055 h 4705763"/>
              <a:gd name="connsiteX49" fmla="*/ 1097628 w 1825371"/>
              <a:gd name="connsiteY49" fmla="*/ 1104290 h 4705763"/>
              <a:gd name="connsiteX50" fmla="*/ 1115579 w 1825371"/>
              <a:gd name="connsiteY50" fmla="*/ 1107743 h 4705763"/>
              <a:gd name="connsiteX51" fmla="*/ 1177026 w 1825371"/>
              <a:gd name="connsiteY51" fmla="*/ 1087375 h 4705763"/>
              <a:gd name="connsiteX52" fmla="*/ 1179787 w 1825371"/>
              <a:gd name="connsiteY52" fmla="*/ 1073913 h 4705763"/>
              <a:gd name="connsiteX53" fmla="*/ 1135255 w 1825371"/>
              <a:gd name="connsiteY53" fmla="*/ 1041117 h 4705763"/>
              <a:gd name="connsiteX54" fmla="*/ 939868 w 1825371"/>
              <a:gd name="connsiteY54" fmla="*/ 883702 h 4705763"/>
              <a:gd name="connsiteX55" fmla="*/ 549783 w 1825371"/>
              <a:gd name="connsiteY55" fmla="*/ 496379 h 4705763"/>
              <a:gd name="connsiteX56" fmla="*/ 40947 w 1825371"/>
              <a:gd name="connsiteY56" fmla="*/ 48990 h 4705763"/>
              <a:gd name="connsiteX57" fmla="*/ 5735 w 1825371"/>
              <a:gd name="connsiteY57" fmla="*/ 17231 h 4705763"/>
              <a:gd name="connsiteX58" fmla="*/ 902 w 1825371"/>
              <a:gd name="connsiteY58" fmla="*/ 4114 h 4705763"/>
              <a:gd name="connsiteX59" fmla="*/ 15747 w 1825371"/>
              <a:gd name="connsiteY59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88528 w 1825371"/>
              <a:gd name="connsiteY34" fmla="*/ 2674639 h 4705763"/>
              <a:gd name="connsiteX35" fmla="*/ 1297493 w 1825371"/>
              <a:gd name="connsiteY35" fmla="*/ 4685667 h 4705763"/>
              <a:gd name="connsiteX36" fmla="*/ 938419 w 1825371"/>
              <a:gd name="connsiteY36" fmla="*/ 4705763 h 4705763"/>
              <a:gd name="connsiteX37" fmla="*/ 1053441 w 1825371"/>
              <a:gd name="connsiteY37" fmla="*/ 2920082 h 4705763"/>
              <a:gd name="connsiteX38" fmla="*/ 1066213 w 1825371"/>
              <a:gd name="connsiteY38" fmla="*/ 2573839 h 4705763"/>
              <a:gd name="connsiteX39" fmla="*/ 1077951 w 1825371"/>
              <a:gd name="connsiteY39" fmla="*/ 2236916 h 4705763"/>
              <a:gd name="connsiteX40" fmla="*/ 1093485 w 1825371"/>
              <a:gd name="connsiteY40" fmla="*/ 1882733 h 4705763"/>
              <a:gd name="connsiteX41" fmla="*/ 1107983 w 1825371"/>
              <a:gd name="connsiteY41" fmla="*/ 1608293 h 4705763"/>
              <a:gd name="connsiteX42" fmla="*/ 1125245 w 1825371"/>
              <a:gd name="connsiteY42" fmla="*/ 1293464 h 4705763"/>
              <a:gd name="connsiteX43" fmla="*/ 1096247 w 1825371"/>
              <a:gd name="connsiteY43" fmla="*/ 1270681 h 4705763"/>
              <a:gd name="connsiteX44" fmla="*/ 984400 w 1825371"/>
              <a:gd name="connsiteY44" fmla="*/ 1242374 h 4705763"/>
              <a:gd name="connsiteX45" fmla="*/ 977149 w 1825371"/>
              <a:gd name="connsiteY45" fmla="*/ 1225458 h 4705763"/>
              <a:gd name="connsiteX46" fmla="*/ 983019 w 1825371"/>
              <a:gd name="connsiteY46" fmla="*/ 1189902 h 4705763"/>
              <a:gd name="connsiteX47" fmla="*/ 1016158 w 1825371"/>
              <a:gd name="connsiteY47" fmla="*/ 1097041 h 4705763"/>
              <a:gd name="connsiteX48" fmla="*/ 1055513 w 1825371"/>
              <a:gd name="connsiteY48" fmla="*/ 1078055 h 4705763"/>
              <a:gd name="connsiteX49" fmla="*/ 1097628 w 1825371"/>
              <a:gd name="connsiteY49" fmla="*/ 1104290 h 4705763"/>
              <a:gd name="connsiteX50" fmla="*/ 1115579 w 1825371"/>
              <a:gd name="connsiteY50" fmla="*/ 1107743 h 4705763"/>
              <a:gd name="connsiteX51" fmla="*/ 1177026 w 1825371"/>
              <a:gd name="connsiteY51" fmla="*/ 1087375 h 4705763"/>
              <a:gd name="connsiteX52" fmla="*/ 1179787 w 1825371"/>
              <a:gd name="connsiteY52" fmla="*/ 1073913 h 4705763"/>
              <a:gd name="connsiteX53" fmla="*/ 1135255 w 1825371"/>
              <a:gd name="connsiteY53" fmla="*/ 1041117 h 4705763"/>
              <a:gd name="connsiteX54" fmla="*/ 939868 w 1825371"/>
              <a:gd name="connsiteY54" fmla="*/ 883702 h 4705763"/>
              <a:gd name="connsiteX55" fmla="*/ 549783 w 1825371"/>
              <a:gd name="connsiteY55" fmla="*/ 496379 h 4705763"/>
              <a:gd name="connsiteX56" fmla="*/ 40947 w 1825371"/>
              <a:gd name="connsiteY56" fmla="*/ 48990 h 4705763"/>
              <a:gd name="connsiteX57" fmla="*/ 5735 w 1825371"/>
              <a:gd name="connsiteY57" fmla="*/ 17231 h 4705763"/>
              <a:gd name="connsiteX58" fmla="*/ 902 w 1825371"/>
              <a:gd name="connsiteY58" fmla="*/ 4114 h 4705763"/>
              <a:gd name="connsiteX59" fmla="*/ 15747 w 1825371"/>
              <a:gd name="connsiteY59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97493 w 1825371"/>
              <a:gd name="connsiteY34" fmla="*/ 4685667 h 4705763"/>
              <a:gd name="connsiteX35" fmla="*/ 938419 w 1825371"/>
              <a:gd name="connsiteY35" fmla="*/ 4705763 h 4705763"/>
              <a:gd name="connsiteX36" fmla="*/ 1053441 w 1825371"/>
              <a:gd name="connsiteY36" fmla="*/ 2920082 h 4705763"/>
              <a:gd name="connsiteX37" fmla="*/ 1066213 w 1825371"/>
              <a:gd name="connsiteY37" fmla="*/ 2573839 h 4705763"/>
              <a:gd name="connsiteX38" fmla="*/ 1077951 w 1825371"/>
              <a:gd name="connsiteY38" fmla="*/ 2236916 h 4705763"/>
              <a:gd name="connsiteX39" fmla="*/ 1093485 w 1825371"/>
              <a:gd name="connsiteY39" fmla="*/ 1882733 h 4705763"/>
              <a:gd name="connsiteX40" fmla="*/ 1107983 w 1825371"/>
              <a:gd name="connsiteY40" fmla="*/ 1608293 h 4705763"/>
              <a:gd name="connsiteX41" fmla="*/ 1125245 w 1825371"/>
              <a:gd name="connsiteY41" fmla="*/ 1293464 h 4705763"/>
              <a:gd name="connsiteX42" fmla="*/ 1096247 w 1825371"/>
              <a:gd name="connsiteY42" fmla="*/ 1270681 h 4705763"/>
              <a:gd name="connsiteX43" fmla="*/ 984400 w 1825371"/>
              <a:gd name="connsiteY43" fmla="*/ 1242374 h 4705763"/>
              <a:gd name="connsiteX44" fmla="*/ 977149 w 1825371"/>
              <a:gd name="connsiteY44" fmla="*/ 1225458 h 4705763"/>
              <a:gd name="connsiteX45" fmla="*/ 983019 w 1825371"/>
              <a:gd name="connsiteY45" fmla="*/ 1189902 h 4705763"/>
              <a:gd name="connsiteX46" fmla="*/ 1016158 w 1825371"/>
              <a:gd name="connsiteY46" fmla="*/ 1097041 h 4705763"/>
              <a:gd name="connsiteX47" fmla="*/ 1055513 w 1825371"/>
              <a:gd name="connsiteY47" fmla="*/ 1078055 h 4705763"/>
              <a:gd name="connsiteX48" fmla="*/ 1097628 w 1825371"/>
              <a:gd name="connsiteY48" fmla="*/ 1104290 h 4705763"/>
              <a:gd name="connsiteX49" fmla="*/ 1115579 w 1825371"/>
              <a:gd name="connsiteY49" fmla="*/ 1107743 h 4705763"/>
              <a:gd name="connsiteX50" fmla="*/ 1177026 w 1825371"/>
              <a:gd name="connsiteY50" fmla="*/ 1087375 h 4705763"/>
              <a:gd name="connsiteX51" fmla="*/ 1179787 w 1825371"/>
              <a:gd name="connsiteY51" fmla="*/ 1073913 h 4705763"/>
              <a:gd name="connsiteX52" fmla="*/ 1135255 w 1825371"/>
              <a:gd name="connsiteY52" fmla="*/ 1041117 h 4705763"/>
              <a:gd name="connsiteX53" fmla="*/ 939868 w 1825371"/>
              <a:gd name="connsiteY53" fmla="*/ 883702 h 4705763"/>
              <a:gd name="connsiteX54" fmla="*/ 549783 w 1825371"/>
              <a:gd name="connsiteY54" fmla="*/ 496379 h 4705763"/>
              <a:gd name="connsiteX55" fmla="*/ 40947 w 1825371"/>
              <a:gd name="connsiteY55" fmla="*/ 48990 h 4705763"/>
              <a:gd name="connsiteX56" fmla="*/ 5735 w 1825371"/>
              <a:gd name="connsiteY56" fmla="*/ 17231 h 4705763"/>
              <a:gd name="connsiteX57" fmla="*/ 902 w 1825371"/>
              <a:gd name="connsiteY57" fmla="*/ 4114 h 4705763"/>
              <a:gd name="connsiteX58" fmla="*/ 15747 w 1825371"/>
              <a:gd name="connsiteY58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97493 w 1825371"/>
              <a:gd name="connsiteY33" fmla="*/ 4685667 h 4705763"/>
              <a:gd name="connsiteX34" fmla="*/ 938419 w 1825371"/>
              <a:gd name="connsiteY34" fmla="*/ 4705763 h 4705763"/>
              <a:gd name="connsiteX35" fmla="*/ 1053441 w 1825371"/>
              <a:gd name="connsiteY35" fmla="*/ 2920082 h 4705763"/>
              <a:gd name="connsiteX36" fmla="*/ 1066213 w 1825371"/>
              <a:gd name="connsiteY36" fmla="*/ 2573839 h 4705763"/>
              <a:gd name="connsiteX37" fmla="*/ 1077951 w 1825371"/>
              <a:gd name="connsiteY37" fmla="*/ 2236916 h 4705763"/>
              <a:gd name="connsiteX38" fmla="*/ 1093485 w 1825371"/>
              <a:gd name="connsiteY38" fmla="*/ 1882733 h 4705763"/>
              <a:gd name="connsiteX39" fmla="*/ 1107983 w 1825371"/>
              <a:gd name="connsiteY39" fmla="*/ 1608293 h 4705763"/>
              <a:gd name="connsiteX40" fmla="*/ 1125245 w 1825371"/>
              <a:gd name="connsiteY40" fmla="*/ 1293464 h 4705763"/>
              <a:gd name="connsiteX41" fmla="*/ 1096247 w 1825371"/>
              <a:gd name="connsiteY41" fmla="*/ 1270681 h 4705763"/>
              <a:gd name="connsiteX42" fmla="*/ 984400 w 1825371"/>
              <a:gd name="connsiteY42" fmla="*/ 1242374 h 4705763"/>
              <a:gd name="connsiteX43" fmla="*/ 977149 w 1825371"/>
              <a:gd name="connsiteY43" fmla="*/ 1225458 h 4705763"/>
              <a:gd name="connsiteX44" fmla="*/ 983019 w 1825371"/>
              <a:gd name="connsiteY44" fmla="*/ 1189902 h 4705763"/>
              <a:gd name="connsiteX45" fmla="*/ 1016158 w 1825371"/>
              <a:gd name="connsiteY45" fmla="*/ 1097041 h 4705763"/>
              <a:gd name="connsiteX46" fmla="*/ 1055513 w 1825371"/>
              <a:gd name="connsiteY46" fmla="*/ 1078055 h 4705763"/>
              <a:gd name="connsiteX47" fmla="*/ 1097628 w 1825371"/>
              <a:gd name="connsiteY47" fmla="*/ 1104290 h 4705763"/>
              <a:gd name="connsiteX48" fmla="*/ 1115579 w 1825371"/>
              <a:gd name="connsiteY48" fmla="*/ 1107743 h 4705763"/>
              <a:gd name="connsiteX49" fmla="*/ 1177026 w 1825371"/>
              <a:gd name="connsiteY49" fmla="*/ 1087375 h 4705763"/>
              <a:gd name="connsiteX50" fmla="*/ 1179787 w 1825371"/>
              <a:gd name="connsiteY50" fmla="*/ 1073913 h 4705763"/>
              <a:gd name="connsiteX51" fmla="*/ 1135255 w 1825371"/>
              <a:gd name="connsiteY51" fmla="*/ 1041117 h 4705763"/>
              <a:gd name="connsiteX52" fmla="*/ 939868 w 1825371"/>
              <a:gd name="connsiteY52" fmla="*/ 883702 h 4705763"/>
              <a:gd name="connsiteX53" fmla="*/ 549783 w 1825371"/>
              <a:gd name="connsiteY53" fmla="*/ 496379 h 4705763"/>
              <a:gd name="connsiteX54" fmla="*/ 40947 w 1825371"/>
              <a:gd name="connsiteY54" fmla="*/ 48990 h 4705763"/>
              <a:gd name="connsiteX55" fmla="*/ 5735 w 1825371"/>
              <a:gd name="connsiteY55" fmla="*/ 17231 h 4705763"/>
              <a:gd name="connsiteX56" fmla="*/ 902 w 1825371"/>
              <a:gd name="connsiteY56" fmla="*/ 4114 h 4705763"/>
              <a:gd name="connsiteX57" fmla="*/ 15747 w 1825371"/>
              <a:gd name="connsiteY57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97493 w 1825371"/>
              <a:gd name="connsiteY32" fmla="*/ 4685667 h 4705763"/>
              <a:gd name="connsiteX33" fmla="*/ 938419 w 1825371"/>
              <a:gd name="connsiteY33" fmla="*/ 4705763 h 4705763"/>
              <a:gd name="connsiteX34" fmla="*/ 1053441 w 1825371"/>
              <a:gd name="connsiteY34" fmla="*/ 2920082 h 4705763"/>
              <a:gd name="connsiteX35" fmla="*/ 1066213 w 1825371"/>
              <a:gd name="connsiteY35" fmla="*/ 2573839 h 4705763"/>
              <a:gd name="connsiteX36" fmla="*/ 1077951 w 1825371"/>
              <a:gd name="connsiteY36" fmla="*/ 2236916 h 4705763"/>
              <a:gd name="connsiteX37" fmla="*/ 1093485 w 1825371"/>
              <a:gd name="connsiteY37" fmla="*/ 1882733 h 4705763"/>
              <a:gd name="connsiteX38" fmla="*/ 1107983 w 1825371"/>
              <a:gd name="connsiteY38" fmla="*/ 1608293 h 4705763"/>
              <a:gd name="connsiteX39" fmla="*/ 1125245 w 1825371"/>
              <a:gd name="connsiteY39" fmla="*/ 1293464 h 4705763"/>
              <a:gd name="connsiteX40" fmla="*/ 1096247 w 1825371"/>
              <a:gd name="connsiteY40" fmla="*/ 1270681 h 4705763"/>
              <a:gd name="connsiteX41" fmla="*/ 984400 w 1825371"/>
              <a:gd name="connsiteY41" fmla="*/ 1242374 h 4705763"/>
              <a:gd name="connsiteX42" fmla="*/ 977149 w 1825371"/>
              <a:gd name="connsiteY42" fmla="*/ 1225458 h 4705763"/>
              <a:gd name="connsiteX43" fmla="*/ 983019 w 1825371"/>
              <a:gd name="connsiteY43" fmla="*/ 1189902 h 4705763"/>
              <a:gd name="connsiteX44" fmla="*/ 1016158 w 1825371"/>
              <a:gd name="connsiteY44" fmla="*/ 1097041 h 4705763"/>
              <a:gd name="connsiteX45" fmla="*/ 1055513 w 1825371"/>
              <a:gd name="connsiteY45" fmla="*/ 1078055 h 4705763"/>
              <a:gd name="connsiteX46" fmla="*/ 1097628 w 1825371"/>
              <a:gd name="connsiteY46" fmla="*/ 1104290 h 4705763"/>
              <a:gd name="connsiteX47" fmla="*/ 1115579 w 1825371"/>
              <a:gd name="connsiteY47" fmla="*/ 1107743 h 4705763"/>
              <a:gd name="connsiteX48" fmla="*/ 1177026 w 1825371"/>
              <a:gd name="connsiteY48" fmla="*/ 1087375 h 4705763"/>
              <a:gd name="connsiteX49" fmla="*/ 1179787 w 1825371"/>
              <a:gd name="connsiteY49" fmla="*/ 1073913 h 4705763"/>
              <a:gd name="connsiteX50" fmla="*/ 1135255 w 1825371"/>
              <a:gd name="connsiteY50" fmla="*/ 1041117 h 4705763"/>
              <a:gd name="connsiteX51" fmla="*/ 939868 w 1825371"/>
              <a:gd name="connsiteY51" fmla="*/ 883702 h 4705763"/>
              <a:gd name="connsiteX52" fmla="*/ 549783 w 1825371"/>
              <a:gd name="connsiteY52" fmla="*/ 496379 h 4705763"/>
              <a:gd name="connsiteX53" fmla="*/ 40947 w 1825371"/>
              <a:gd name="connsiteY53" fmla="*/ 48990 h 4705763"/>
              <a:gd name="connsiteX54" fmla="*/ 5735 w 1825371"/>
              <a:gd name="connsiteY54" fmla="*/ 17231 h 4705763"/>
              <a:gd name="connsiteX55" fmla="*/ 902 w 1825371"/>
              <a:gd name="connsiteY55" fmla="*/ 4114 h 4705763"/>
              <a:gd name="connsiteX56" fmla="*/ 15747 w 1825371"/>
              <a:gd name="connsiteY56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093485 w 1825371"/>
              <a:gd name="connsiteY36" fmla="*/ 1882733 h 4705763"/>
              <a:gd name="connsiteX37" fmla="*/ 1107983 w 1825371"/>
              <a:gd name="connsiteY37" fmla="*/ 1608293 h 4705763"/>
              <a:gd name="connsiteX38" fmla="*/ 1125245 w 1825371"/>
              <a:gd name="connsiteY38" fmla="*/ 1293464 h 4705763"/>
              <a:gd name="connsiteX39" fmla="*/ 1096247 w 1825371"/>
              <a:gd name="connsiteY39" fmla="*/ 1270681 h 4705763"/>
              <a:gd name="connsiteX40" fmla="*/ 984400 w 1825371"/>
              <a:gd name="connsiteY40" fmla="*/ 1242374 h 4705763"/>
              <a:gd name="connsiteX41" fmla="*/ 977149 w 1825371"/>
              <a:gd name="connsiteY41" fmla="*/ 1225458 h 4705763"/>
              <a:gd name="connsiteX42" fmla="*/ 983019 w 1825371"/>
              <a:gd name="connsiteY42" fmla="*/ 1189902 h 4705763"/>
              <a:gd name="connsiteX43" fmla="*/ 1016158 w 1825371"/>
              <a:gd name="connsiteY43" fmla="*/ 1097041 h 4705763"/>
              <a:gd name="connsiteX44" fmla="*/ 1055513 w 1825371"/>
              <a:gd name="connsiteY44" fmla="*/ 1078055 h 4705763"/>
              <a:gd name="connsiteX45" fmla="*/ 1097628 w 1825371"/>
              <a:gd name="connsiteY45" fmla="*/ 1104290 h 4705763"/>
              <a:gd name="connsiteX46" fmla="*/ 1115579 w 1825371"/>
              <a:gd name="connsiteY46" fmla="*/ 1107743 h 4705763"/>
              <a:gd name="connsiteX47" fmla="*/ 1177026 w 1825371"/>
              <a:gd name="connsiteY47" fmla="*/ 1087375 h 4705763"/>
              <a:gd name="connsiteX48" fmla="*/ 1179787 w 1825371"/>
              <a:gd name="connsiteY48" fmla="*/ 1073913 h 4705763"/>
              <a:gd name="connsiteX49" fmla="*/ 1135255 w 1825371"/>
              <a:gd name="connsiteY49" fmla="*/ 1041117 h 4705763"/>
              <a:gd name="connsiteX50" fmla="*/ 939868 w 1825371"/>
              <a:gd name="connsiteY50" fmla="*/ 883702 h 4705763"/>
              <a:gd name="connsiteX51" fmla="*/ 549783 w 1825371"/>
              <a:gd name="connsiteY51" fmla="*/ 496379 h 4705763"/>
              <a:gd name="connsiteX52" fmla="*/ 40947 w 1825371"/>
              <a:gd name="connsiteY52" fmla="*/ 48990 h 4705763"/>
              <a:gd name="connsiteX53" fmla="*/ 5735 w 1825371"/>
              <a:gd name="connsiteY53" fmla="*/ 17231 h 4705763"/>
              <a:gd name="connsiteX54" fmla="*/ 902 w 1825371"/>
              <a:gd name="connsiteY54" fmla="*/ 4114 h 4705763"/>
              <a:gd name="connsiteX55" fmla="*/ 15747 w 1825371"/>
              <a:gd name="connsiteY55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093485 w 1825371"/>
              <a:gd name="connsiteY36" fmla="*/ 1882733 h 4705763"/>
              <a:gd name="connsiteX37" fmla="*/ 1125245 w 1825371"/>
              <a:gd name="connsiteY37" fmla="*/ 1293464 h 4705763"/>
              <a:gd name="connsiteX38" fmla="*/ 1096247 w 1825371"/>
              <a:gd name="connsiteY38" fmla="*/ 1270681 h 4705763"/>
              <a:gd name="connsiteX39" fmla="*/ 984400 w 1825371"/>
              <a:gd name="connsiteY39" fmla="*/ 1242374 h 4705763"/>
              <a:gd name="connsiteX40" fmla="*/ 977149 w 1825371"/>
              <a:gd name="connsiteY40" fmla="*/ 1225458 h 4705763"/>
              <a:gd name="connsiteX41" fmla="*/ 983019 w 1825371"/>
              <a:gd name="connsiteY41" fmla="*/ 1189902 h 4705763"/>
              <a:gd name="connsiteX42" fmla="*/ 1016158 w 1825371"/>
              <a:gd name="connsiteY42" fmla="*/ 1097041 h 4705763"/>
              <a:gd name="connsiteX43" fmla="*/ 1055513 w 1825371"/>
              <a:gd name="connsiteY43" fmla="*/ 1078055 h 4705763"/>
              <a:gd name="connsiteX44" fmla="*/ 1097628 w 1825371"/>
              <a:gd name="connsiteY44" fmla="*/ 1104290 h 4705763"/>
              <a:gd name="connsiteX45" fmla="*/ 1115579 w 1825371"/>
              <a:gd name="connsiteY45" fmla="*/ 1107743 h 4705763"/>
              <a:gd name="connsiteX46" fmla="*/ 1177026 w 1825371"/>
              <a:gd name="connsiteY46" fmla="*/ 1087375 h 4705763"/>
              <a:gd name="connsiteX47" fmla="*/ 1179787 w 1825371"/>
              <a:gd name="connsiteY47" fmla="*/ 1073913 h 4705763"/>
              <a:gd name="connsiteX48" fmla="*/ 1135255 w 1825371"/>
              <a:gd name="connsiteY48" fmla="*/ 1041117 h 4705763"/>
              <a:gd name="connsiteX49" fmla="*/ 939868 w 1825371"/>
              <a:gd name="connsiteY49" fmla="*/ 883702 h 4705763"/>
              <a:gd name="connsiteX50" fmla="*/ 549783 w 1825371"/>
              <a:gd name="connsiteY50" fmla="*/ 496379 h 4705763"/>
              <a:gd name="connsiteX51" fmla="*/ 40947 w 1825371"/>
              <a:gd name="connsiteY51" fmla="*/ 48990 h 4705763"/>
              <a:gd name="connsiteX52" fmla="*/ 5735 w 1825371"/>
              <a:gd name="connsiteY52" fmla="*/ 17231 h 4705763"/>
              <a:gd name="connsiteX53" fmla="*/ 902 w 1825371"/>
              <a:gd name="connsiteY53" fmla="*/ 4114 h 4705763"/>
              <a:gd name="connsiteX54" fmla="*/ 15747 w 1825371"/>
              <a:gd name="connsiteY54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125245 w 1825371"/>
              <a:gd name="connsiteY36" fmla="*/ 1293464 h 4705763"/>
              <a:gd name="connsiteX37" fmla="*/ 1096247 w 1825371"/>
              <a:gd name="connsiteY37" fmla="*/ 1270681 h 4705763"/>
              <a:gd name="connsiteX38" fmla="*/ 984400 w 1825371"/>
              <a:gd name="connsiteY38" fmla="*/ 1242374 h 4705763"/>
              <a:gd name="connsiteX39" fmla="*/ 977149 w 1825371"/>
              <a:gd name="connsiteY39" fmla="*/ 1225458 h 4705763"/>
              <a:gd name="connsiteX40" fmla="*/ 983019 w 1825371"/>
              <a:gd name="connsiteY40" fmla="*/ 1189902 h 4705763"/>
              <a:gd name="connsiteX41" fmla="*/ 1016158 w 1825371"/>
              <a:gd name="connsiteY41" fmla="*/ 1097041 h 4705763"/>
              <a:gd name="connsiteX42" fmla="*/ 1055513 w 1825371"/>
              <a:gd name="connsiteY42" fmla="*/ 1078055 h 4705763"/>
              <a:gd name="connsiteX43" fmla="*/ 1097628 w 1825371"/>
              <a:gd name="connsiteY43" fmla="*/ 1104290 h 4705763"/>
              <a:gd name="connsiteX44" fmla="*/ 1115579 w 1825371"/>
              <a:gd name="connsiteY44" fmla="*/ 1107743 h 4705763"/>
              <a:gd name="connsiteX45" fmla="*/ 1177026 w 1825371"/>
              <a:gd name="connsiteY45" fmla="*/ 1087375 h 4705763"/>
              <a:gd name="connsiteX46" fmla="*/ 1179787 w 1825371"/>
              <a:gd name="connsiteY46" fmla="*/ 1073913 h 4705763"/>
              <a:gd name="connsiteX47" fmla="*/ 1135255 w 1825371"/>
              <a:gd name="connsiteY47" fmla="*/ 1041117 h 4705763"/>
              <a:gd name="connsiteX48" fmla="*/ 939868 w 1825371"/>
              <a:gd name="connsiteY48" fmla="*/ 883702 h 4705763"/>
              <a:gd name="connsiteX49" fmla="*/ 549783 w 1825371"/>
              <a:gd name="connsiteY49" fmla="*/ 496379 h 4705763"/>
              <a:gd name="connsiteX50" fmla="*/ 40947 w 1825371"/>
              <a:gd name="connsiteY50" fmla="*/ 48990 h 4705763"/>
              <a:gd name="connsiteX51" fmla="*/ 5735 w 1825371"/>
              <a:gd name="connsiteY51" fmla="*/ 17231 h 4705763"/>
              <a:gd name="connsiteX52" fmla="*/ 902 w 1825371"/>
              <a:gd name="connsiteY52" fmla="*/ 4114 h 4705763"/>
              <a:gd name="connsiteX53" fmla="*/ 15747 w 1825371"/>
              <a:gd name="connsiteY53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125245 w 1825371"/>
              <a:gd name="connsiteY35" fmla="*/ 1293464 h 4705763"/>
              <a:gd name="connsiteX36" fmla="*/ 1096247 w 1825371"/>
              <a:gd name="connsiteY36" fmla="*/ 1270681 h 4705763"/>
              <a:gd name="connsiteX37" fmla="*/ 984400 w 1825371"/>
              <a:gd name="connsiteY37" fmla="*/ 1242374 h 4705763"/>
              <a:gd name="connsiteX38" fmla="*/ 977149 w 1825371"/>
              <a:gd name="connsiteY38" fmla="*/ 1225458 h 4705763"/>
              <a:gd name="connsiteX39" fmla="*/ 983019 w 1825371"/>
              <a:gd name="connsiteY39" fmla="*/ 1189902 h 4705763"/>
              <a:gd name="connsiteX40" fmla="*/ 1016158 w 1825371"/>
              <a:gd name="connsiteY40" fmla="*/ 1097041 h 4705763"/>
              <a:gd name="connsiteX41" fmla="*/ 1055513 w 1825371"/>
              <a:gd name="connsiteY41" fmla="*/ 1078055 h 4705763"/>
              <a:gd name="connsiteX42" fmla="*/ 1097628 w 1825371"/>
              <a:gd name="connsiteY42" fmla="*/ 1104290 h 4705763"/>
              <a:gd name="connsiteX43" fmla="*/ 1115579 w 1825371"/>
              <a:gd name="connsiteY43" fmla="*/ 1107743 h 4705763"/>
              <a:gd name="connsiteX44" fmla="*/ 1177026 w 1825371"/>
              <a:gd name="connsiteY44" fmla="*/ 1087375 h 4705763"/>
              <a:gd name="connsiteX45" fmla="*/ 1179787 w 1825371"/>
              <a:gd name="connsiteY45" fmla="*/ 1073913 h 4705763"/>
              <a:gd name="connsiteX46" fmla="*/ 1135255 w 1825371"/>
              <a:gd name="connsiteY46" fmla="*/ 1041117 h 4705763"/>
              <a:gd name="connsiteX47" fmla="*/ 939868 w 1825371"/>
              <a:gd name="connsiteY47" fmla="*/ 883702 h 4705763"/>
              <a:gd name="connsiteX48" fmla="*/ 549783 w 1825371"/>
              <a:gd name="connsiteY48" fmla="*/ 496379 h 4705763"/>
              <a:gd name="connsiteX49" fmla="*/ 40947 w 1825371"/>
              <a:gd name="connsiteY49" fmla="*/ 48990 h 4705763"/>
              <a:gd name="connsiteX50" fmla="*/ 5735 w 1825371"/>
              <a:gd name="connsiteY50" fmla="*/ 17231 h 4705763"/>
              <a:gd name="connsiteX51" fmla="*/ 902 w 1825371"/>
              <a:gd name="connsiteY51" fmla="*/ 4114 h 4705763"/>
              <a:gd name="connsiteX52" fmla="*/ 15747 w 1825371"/>
              <a:gd name="connsiteY52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125245 w 1825371"/>
              <a:gd name="connsiteY34" fmla="*/ 1293464 h 4705763"/>
              <a:gd name="connsiteX35" fmla="*/ 1096247 w 1825371"/>
              <a:gd name="connsiteY35" fmla="*/ 1270681 h 4705763"/>
              <a:gd name="connsiteX36" fmla="*/ 984400 w 1825371"/>
              <a:gd name="connsiteY36" fmla="*/ 1242374 h 4705763"/>
              <a:gd name="connsiteX37" fmla="*/ 977149 w 1825371"/>
              <a:gd name="connsiteY37" fmla="*/ 1225458 h 4705763"/>
              <a:gd name="connsiteX38" fmla="*/ 983019 w 1825371"/>
              <a:gd name="connsiteY38" fmla="*/ 1189902 h 4705763"/>
              <a:gd name="connsiteX39" fmla="*/ 1016158 w 1825371"/>
              <a:gd name="connsiteY39" fmla="*/ 1097041 h 4705763"/>
              <a:gd name="connsiteX40" fmla="*/ 1055513 w 1825371"/>
              <a:gd name="connsiteY40" fmla="*/ 1078055 h 4705763"/>
              <a:gd name="connsiteX41" fmla="*/ 1097628 w 1825371"/>
              <a:gd name="connsiteY41" fmla="*/ 1104290 h 4705763"/>
              <a:gd name="connsiteX42" fmla="*/ 1115579 w 1825371"/>
              <a:gd name="connsiteY42" fmla="*/ 1107743 h 4705763"/>
              <a:gd name="connsiteX43" fmla="*/ 1177026 w 1825371"/>
              <a:gd name="connsiteY43" fmla="*/ 1087375 h 4705763"/>
              <a:gd name="connsiteX44" fmla="*/ 1179787 w 1825371"/>
              <a:gd name="connsiteY44" fmla="*/ 1073913 h 4705763"/>
              <a:gd name="connsiteX45" fmla="*/ 1135255 w 1825371"/>
              <a:gd name="connsiteY45" fmla="*/ 1041117 h 4705763"/>
              <a:gd name="connsiteX46" fmla="*/ 939868 w 1825371"/>
              <a:gd name="connsiteY46" fmla="*/ 883702 h 4705763"/>
              <a:gd name="connsiteX47" fmla="*/ 549783 w 1825371"/>
              <a:gd name="connsiteY47" fmla="*/ 496379 h 4705763"/>
              <a:gd name="connsiteX48" fmla="*/ 40947 w 1825371"/>
              <a:gd name="connsiteY48" fmla="*/ 48990 h 4705763"/>
              <a:gd name="connsiteX49" fmla="*/ 5735 w 1825371"/>
              <a:gd name="connsiteY49" fmla="*/ 17231 h 4705763"/>
              <a:gd name="connsiteX50" fmla="*/ 902 w 1825371"/>
              <a:gd name="connsiteY50" fmla="*/ 4114 h 4705763"/>
              <a:gd name="connsiteX51" fmla="*/ 15747 w 1825371"/>
              <a:gd name="connsiteY51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125245 w 1825371"/>
              <a:gd name="connsiteY33" fmla="*/ 1293464 h 4705763"/>
              <a:gd name="connsiteX34" fmla="*/ 1096247 w 1825371"/>
              <a:gd name="connsiteY34" fmla="*/ 1270681 h 4705763"/>
              <a:gd name="connsiteX35" fmla="*/ 984400 w 1825371"/>
              <a:gd name="connsiteY35" fmla="*/ 1242374 h 4705763"/>
              <a:gd name="connsiteX36" fmla="*/ 977149 w 1825371"/>
              <a:gd name="connsiteY36" fmla="*/ 1225458 h 4705763"/>
              <a:gd name="connsiteX37" fmla="*/ 983019 w 1825371"/>
              <a:gd name="connsiteY37" fmla="*/ 1189902 h 4705763"/>
              <a:gd name="connsiteX38" fmla="*/ 1016158 w 1825371"/>
              <a:gd name="connsiteY38" fmla="*/ 1097041 h 4705763"/>
              <a:gd name="connsiteX39" fmla="*/ 1055513 w 1825371"/>
              <a:gd name="connsiteY39" fmla="*/ 1078055 h 4705763"/>
              <a:gd name="connsiteX40" fmla="*/ 1097628 w 1825371"/>
              <a:gd name="connsiteY40" fmla="*/ 1104290 h 4705763"/>
              <a:gd name="connsiteX41" fmla="*/ 1115579 w 1825371"/>
              <a:gd name="connsiteY41" fmla="*/ 1107743 h 4705763"/>
              <a:gd name="connsiteX42" fmla="*/ 1177026 w 1825371"/>
              <a:gd name="connsiteY42" fmla="*/ 1087375 h 4705763"/>
              <a:gd name="connsiteX43" fmla="*/ 1179787 w 1825371"/>
              <a:gd name="connsiteY43" fmla="*/ 1073913 h 4705763"/>
              <a:gd name="connsiteX44" fmla="*/ 1135255 w 1825371"/>
              <a:gd name="connsiteY44" fmla="*/ 1041117 h 4705763"/>
              <a:gd name="connsiteX45" fmla="*/ 939868 w 1825371"/>
              <a:gd name="connsiteY45" fmla="*/ 883702 h 4705763"/>
              <a:gd name="connsiteX46" fmla="*/ 549783 w 1825371"/>
              <a:gd name="connsiteY46" fmla="*/ 496379 h 4705763"/>
              <a:gd name="connsiteX47" fmla="*/ 40947 w 1825371"/>
              <a:gd name="connsiteY47" fmla="*/ 48990 h 4705763"/>
              <a:gd name="connsiteX48" fmla="*/ 5735 w 1825371"/>
              <a:gd name="connsiteY48" fmla="*/ 17231 h 4705763"/>
              <a:gd name="connsiteX49" fmla="*/ 902 w 1825371"/>
              <a:gd name="connsiteY49" fmla="*/ 4114 h 4705763"/>
              <a:gd name="connsiteX50" fmla="*/ 15747 w 1825371"/>
              <a:gd name="connsiteY50" fmla="*/ 1352 h 4705763"/>
              <a:gd name="connsiteX0" fmla="*/ 15747 w 1825371"/>
              <a:gd name="connsiteY0" fmla="*/ 1352 h 4685667"/>
              <a:gd name="connsiteX1" fmla="*/ 83062 w 1825371"/>
              <a:gd name="connsiteY1" fmla="*/ 34837 h 4685667"/>
              <a:gd name="connsiteX2" fmla="*/ 961270 w 1825371"/>
              <a:gd name="connsiteY2" fmla="*/ 755975 h 4685667"/>
              <a:gd name="connsiteX3" fmla="*/ 1239162 w 1825371"/>
              <a:gd name="connsiteY3" fmla="*/ 1001764 h 4685667"/>
              <a:gd name="connsiteX4" fmla="*/ 1276445 w 1825371"/>
              <a:gd name="connsiteY4" fmla="*/ 1025928 h 4685667"/>
              <a:gd name="connsiteX5" fmla="*/ 1316489 w 1825371"/>
              <a:gd name="connsiteY5" fmla="*/ 1009704 h 4685667"/>
              <a:gd name="connsiteX6" fmla="*/ 1345141 w 1825371"/>
              <a:gd name="connsiteY6" fmla="*/ 948602 h 4685667"/>
              <a:gd name="connsiteX7" fmla="*/ 1407624 w 1825371"/>
              <a:gd name="connsiteY7" fmla="*/ 869894 h 4685667"/>
              <a:gd name="connsiteX8" fmla="*/ 1749379 w 1825371"/>
              <a:gd name="connsiteY8" fmla="*/ 590967 h 4685667"/>
              <a:gd name="connsiteX9" fmla="*/ 1808066 w 1825371"/>
              <a:gd name="connsiteY9" fmla="*/ 545399 h 4685667"/>
              <a:gd name="connsiteX10" fmla="*/ 1825326 w 1825371"/>
              <a:gd name="connsiteY10" fmla="*/ 554375 h 4685667"/>
              <a:gd name="connsiteX11" fmla="*/ 1811172 w 1825371"/>
              <a:gd name="connsiteY11" fmla="*/ 590277 h 4685667"/>
              <a:gd name="connsiteX12" fmla="*/ 1721073 w 1825371"/>
              <a:gd name="connsiteY12" fmla="*/ 698326 h 4685667"/>
              <a:gd name="connsiteX13" fmla="*/ 1385877 w 1825371"/>
              <a:gd name="connsiteY13" fmla="*/ 1068389 h 4685667"/>
              <a:gd name="connsiteX14" fmla="*/ 1376211 w 1825371"/>
              <a:gd name="connsiteY14" fmla="*/ 1098421 h 4685667"/>
              <a:gd name="connsiteX15" fmla="*/ 1361366 w 1825371"/>
              <a:gd name="connsiteY15" fmla="*/ 1135359 h 4685667"/>
              <a:gd name="connsiteX16" fmla="*/ 1355153 w 1825371"/>
              <a:gd name="connsiteY16" fmla="*/ 1169879 h 4685667"/>
              <a:gd name="connsiteX17" fmla="*/ 1409696 w 1825371"/>
              <a:gd name="connsiteY17" fmla="*/ 1384253 h 4685667"/>
              <a:gd name="connsiteX18" fmla="*/ 1524994 w 1825371"/>
              <a:gd name="connsiteY18" fmla="*/ 1739817 h 4685667"/>
              <a:gd name="connsiteX19" fmla="*/ 1659971 w 1825371"/>
              <a:gd name="connsiteY19" fmla="*/ 2199288 h 4685667"/>
              <a:gd name="connsiteX20" fmla="*/ 1782864 w 1825371"/>
              <a:gd name="connsiteY20" fmla="*/ 2697077 h 4685667"/>
              <a:gd name="connsiteX21" fmla="*/ 1794257 w 1825371"/>
              <a:gd name="connsiteY21" fmla="*/ 2767845 h 4685667"/>
              <a:gd name="connsiteX22" fmla="*/ 1791840 w 1825371"/>
              <a:gd name="connsiteY22" fmla="*/ 2778202 h 4685667"/>
              <a:gd name="connsiteX23" fmla="*/ 1784245 w 1825371"/>
              <a:gd name="connsiteY23" fmla="*/ 2770607 h 4685667"/>
              <a:gd name="connsiteX24" fmla="*/ 1746617 w 1825371"/>
              <a:gd name="connsiteY24" fmla="*/ 2660831 h 4685667"/>
              <a:gd name="connsiteX25" fmla="*/ 1513602 w 1825371"/>
              <a:gd name="connsiteY25" fmla="*/ 1875484 h 4685667"/>
              <a:gd name="connsiteX26" fmla="*/ 1297158 w 1825371"/>
              <a:gd name="connsiteY26" fmla="*/ 1267919 h 4685667"/>
              <a:gd name="connsiteX27" fmla="*/ 1275064 w 1825371"/>
              <a:gd name="connsiteY27" fmla="*/ 1217173 h 4685667"/>
              <a:gd name="connsiteX28" fmla="*/ 1248483 w 1825371"/>
              <a:gd name="connsiteY28" fmla="*/ 1193353 h 4685667"/>
              <a:gd name="connsiteX29" fmla="*/ 1232949 w 1825371"/>
              <a:gd name="connsiteY29" fmla="*/ 1222351 h 4685667"/>
              <a:gd name="connsiteX30" fmla="*/ 1230877 w 1825371"/>
              <a:gd name="connsiteY30" fmla="*/ 1283108 h 4685667"/>
              <a:gd name="connsiteX31" fmla="*/ 1297493 w 1825371"/>
              <a:gd name="connsiteY31" fmla="*/ 4685667 h 4685667"/>
              <a:gd name="connsiteX32" fmla="*/ 978613 w 1825371"/>
              <a:gd name="connsiteY32" fmla="*/ 4685667 h 4685667"/>
              <a:gd name="connsiteX33" fmla="*/ 1125245 w 1825371"/>
              <a:gd name="connsiteY33" fmla="*/ 1293464 h 4685667"/>
              <a:gd name="connsiteX34" fmla="*/ 1096247 w 1825371"/>
              <a:gd name="connsiteY34" fmla="*/ 1270681 h 4685667"/>
              <a:gd name="connsiteX35" fmla="*/ 984400 w 1825371"/>
              <a:gd name="connsiteY35" fmla="*/ 1242374 h 4685667"/>
              <a:gd name="connsiteX36" fmla="*/ 977149 w 1825371"/>
              <a:gd name="connsiteY36" fmla="*/ 1225458 h 4685667"/>
              <a:gd name="connsiteX37" fmla="*/ 983019 w 1825371"/>
              <a:gd name="connsiteY37" fmla="*/ 1189902 h 4685667"/>
              <a:gd name="connsiteX38" fmla="*/ 1016158 w 1825371"/>
              <a:gd name="connsiteY38" fmla="*/ 1097041 h 4685667"/>
              <a:gd name="connsiteX39" fmla="*/ 1055513 w 1825371"/>
              <a:gd name="connsiteY39" fmla="*/ 1078055 h 4685667"/>
              <a:gd name="connsiteX40" fmla="*/ 1097628 w 1825371"/>
              <a:gd name="connsiteY40" fmla="*/ 1104290 h 4685667"/>
              <a:gd name="connsiteX41" fmla="*/ 1115579 w 1825371"/>
              <a:gd name="connsiteY41" fmla="*/ 1107743 h 4685667"/>
              <a:gd name="connsiteX42" fmla="*/ 1177026 w 1825371"/>
              <a:gd name="connsiteY42" fmla="*/ 1087375 h 4685667"/>
              <a:gd name="connsiteX43" fmla="*/ 1179787 w 1825371"/>
              <a:gd name="connsiteY43" fmla="*/ 1073913 h 4685667"/>
              <a:gd name="connsiteX44" fmla="*/ 1135255 w 1825371"/>
              <a:gd name="connsiteY44" fmla="*/ 1041117 h 4685667"/>
              <a:gd name="connsiteX45" fmla="*/ 939868 w 1825371"/>
              <a:gd name="connsiteY45" fmla="*/ 883702 h 4685667"/>
              <a:gd name="connsiteX46" fmla="*/ 549783 w 1825371"/>
              <a:gd name="connsiteY46" fmla="*/ 496379 h 4685667"/>
              <a:gd name="connsiteX47" fmla="*/ 40947 w 1825371"/>
              <a:gd name="connsiteY47" fmla="*/ 48990 h 4685667"/>
              <a:gd name="connsiteX48" fmla="*/ 5735 w 1825371"/>
              <a:gd name="connsiteY48" fmla="*/ 17231 h 4685667"/>
              <a:gd name="connsiteX49" fmla="*/ 902 w 1825371"/>
              <a:gd name="connsiteY49" fmla="*/ 4114 h 4685667"/>
              <a:gd name="connsiteX50" fmla="*/ 15747 w 1825371"/>
              <a:gd name="connsiteY50" fmla="*/ 1352 h 4685667"/>
              <a:gd name="connsiteX0" fmla="*/ 15747 w 1825371"/>
              <a:gd name="connsiteY0" fmla="*/ 1352 h 4685667"/>
              <a:gd name="connsiteX1" fmla="*/ 83062 w 1825371"/>
              <a:gd name="connsiteY1" fmla="*/ 34837 h 4685667"/>
              <a:gd name="connsiteX2" fmla="*/ 961270 w 1825371"/>
              <a:gd name="connsiteY2" fmla="*/ 755975 h 4685667"/>
              <a:gd name="connsiteX3" fmla="*/ 1239162 w 1825371"/>
              <a:gd name="connsiteY3" fmla="*/ 1001764 h 4685667"/>
              <a:gd name="connsiteX4" fmla="*/ 1276445 w 1825371"/>
              <a:gd name="connsiteY4" fmla="*/ 1025928 h 4685667"/>
              <a:gd name="connsiteX5" fmla="*/ 1316489 w 1825371"/>
              <a:gd name="connsiteY5" fmla="*/ 1009704 h 4685667"/>
              <a:gd name="connsiteX6" fmla="*/ 1345141 w 1825371"/>
              <a:gd name="connsiteY6" fmla="*/ 948602 h 4685667"/>
              <a:gd name="connsiteX7" fmla="*/ 1407624 w 1825371"/>
              <a:gd name="connsiteY7" fmla="*/ 869894 h 4685667"/>
              <a:gd name="connsiteX8" fmla="*/ 1749379 w 1825371"/>
              <a:gd name="connsiteY8" fmla="*/ 590967 h 4685667"/>
              <a:gd name="connsiteX9" fmla="*/ 1808066 w 1825371"/>
              <a:gd name="connsiteY9" fmla="*/ 545399 h 4685667"/>
              <a:gd name="connsiteX10" fmla="*/ 1825326 w 1825371"/>
              <a:gd name="connsiteY10" fmla="*/ 554375 h 4685667"/>
              <a:gd name="connsiteX11" fmla="*/ 1811172 w 1825371"/>
              <a:gd name="connsiteY11" fmla="*/ 590277 h 4685667"/>
              <a:gd name="connsiteX12" fmla="*/ 1721073 w 1825371"/>
              <a:gd name="connsiteY12" fmla="*/ 698326 h 4685667"/>
              <a:gd name="connsiteX13" fmla="*/ 1385877 w 1825371"/>
              <a:gd name="connsiteY13" fmla="*/ 1068389 h 4685667"/>
              <a:gd name="connsiteX14" fmla="*/ 1376211 w 1825371"/>
              <a:gd name="connsiteY14" fmla="*/ 1098421 h 4685667"/>
              <a:gd name="connsiteX15" fmla="*/ 1361366 w 1825371"/>
              <a:gd name="connsiteY15" fmla="*/ 1135359 h 4685667"/>
              <a:gd name="connsiteX16" fmla="*/ 1355153 w 1825371"/>
              <a:gd name="connsiteY16" fmla="*/ 1169879 h 4685667"/>
              <a:gd name="connsiteX17" fmla="*/ 1409696 w 1825371"/>
              <a:gd name="connsiteY17" fmla="*/ 1384253 h 4685667"/>
              <a:gd name="connsiteX18" fmla="*/ 1524994 w 1825371"/>
              <a:gd name="connsiteY18" fmla="*/ 1739817 h 4685667"/>
              <a:gd name="connsiteX19" fmla="*/ 1659971 w 1825371"/>
              <a:gd name="connsiteY19" fmla="*/ 2199288 h 4685667"/>
              <a:gd name="connsiteX20" fmla="*/ 1782864 w 1825371"/>
              <a:gd name="connsiteY20" fmla="*/ 2697077 h 4685667"/>
              <a:gd name="connsiteX21" fmla="*/ 1794257 w 1825371"/>
              <a:gd name="connsiteY21" fmla="*/ 2767845 h 4685667"/>
              <a:gd name="connsiteX22" fmla="*/ 1791840 w 1825371"/>
              <a:gd name="connsiteY22" fmla="*/ 2778202 h 4685667"/>
              <a:gd name="connsiteX23" fmla="*/ 1784245 w 1825371"/>
              <a:gd name="connsiteY23" fmla="*/ 2770607 h 4685667"/>
              <a:gd name="connsiteX24" fmla="*/ 1746617 w 1825371"/>
              <a:gd name="connsiteY24" fmla="*/ 2660831 h 4685667"/>
              <a:gd name="connsiteX25" fmla="*/ 1513602 w 1825371"/>
              <a:gd name="connsiteY25" fmla="*/ 1875484 h 4685667"/>
              <a:gd name="connsiteX26" fmla="*/ 1297158 w 1825371"/>
              <a:gd name="connsiteY26" fmla="*/ 1267919 h 4685667"/>
              <a:gd name="connsiteX27" fmla="*/ 1275064 w 1825371"/>
              <a:gd name="connsiteY27" fmla="*/ 1217173 h 4685667"/>
              <a:gd name="connsiteX28" fmla="*/ 1248483 w 1825371"/>
              <a:gd name="connsiteY28" fmla="*/ 1193353 h 4685667"/>
              <a:gd name="connsiteX29" fmla="*/ 1232949 w 1825371"/>
              <a:gd name="connsiteY29" fmla="*/ 1222351 h 4685667"/>
              <a:gd name="connsiteX30" fmla="*/ 1230877 w 1825371"/>
              <a:gd name="connsiteY30" fmla="*/ 1283108 h 4685667"/>
              <a:gd name="connsiteX31" fmla="*/ 1217106 w 1825371"/>
              <a:gd name="connsiteY31" fmla="*/ 4685667 h 4685667"/>
              <a:gd name="connsiteX32" fmla="*/ 978613 w 1825371"/>
              <a:gd name="connsiteY32" fmla="*/ 4685667 h 4685667"/>
              <a:gd name="connsiteX33" fmla="*/ 1125245 w 1825371"/>
              <a:gd name="connsiteY33" fmla="*/ 1293464 h 4685667"/>
              <a:gd name="connsiteX34" fmla="*/ 1096247 w 1825371"/>
              <a:gd name="connsiteY34" fmla="*/ 1270681 h 4685667"/>
              <a:gd name="connsiteX35" fmla="*/ 984400 w 1825371"/>
              <a:gd name="connsiteY35" fmla="*/ 1242374 h 4685667"/>
              <a:gd name="connsiteX36" fmla="*/ 977149 w 1825371"/>
              <a:gd name="connsiteY36" fmla="*/ 1225458 h 4685667"/>
              <a:gd name="connsiteX37" fmla="*/ 983019 w 1825371"/>
              <a:gd name="connsiteY37" fmla="*/ 1189902 h 4685667"/>
              <a:gd name="connsiteX38" fmla="*/ 1016158 w 1825371"/>
              <a:gd name="connsiteY38" fmla="*/ 1097041 h 4685667"/>
              <a:gd name="connsiteX39" fmla="*/ 1055513 w 1825371"/>
              <a:gd name="connsiteY39" fmla="*/ 1078055 h 4685667"/>
              <a:gd name="connsiteX40" fmla="*/ 1097628 w 1825371"/>
              <a:gd name="connsiteY40" fmla="*/ 1104290 h 4685667"/>
              <a:gd name="connsiteX41" fmla="*/ 1115579 w 1825371"/>
              <a:gd name="connsiteY41" fmla="*/ 1107743 h 4685667"/>
              <a:gd name="connsiteX42" fmla="*/ 1177026 w 1825371"/>
              <a:gd name="connsiteY42" fmla="*/ 1087375 h 4685667"/>
              <a:gd name="connsiteX43" fmla="*/ 1179787 w 1825371"/>
              <a:gd name="connsiteY43" fmla="*/ 1073913 h 4685667"/>
              <a:gd name="connsiteX44" fmla="*/ 1135255 w 1825371"/>
              <a:gd name="connsiteY44" fmla="*/ 1041117 h 4685667"/>
              <a:gd name="connsiteX45" fmla="*/ 939868 w 1825371"/>
              <a:gd name="connsiteY45" fmla="*/ 883702 h 4685667"/>
              <a:gd name="connsiteX46" fmla="*/ 549783 w 1825371"/>
              <a:gd name="connsiteY46" fmla="*/ 496379 h 4685667"/>
              <a:gd name="connsiteX47" fmla="*/ 40947 w 1825371"/>
              <a:gd name="connsiteY47" fmla="*/ 48990 h 4685667"/>
              <a:gd name="connsiteX48" fmla="*/ 5735 w 1825371"/>
              <a:gd name="connsiteY48" fmla="*/ 17231 h 4685667"/>
              <a:gd name="connsiteX49" fmla="*/ 902 w 1825371"/>
              <a:gd name="connsiteY49" fmla="*/ 4114 h 4685667"/>
              <a:gd name="connsiteX50" fmla="*/ 15747 w 1825371"/>
              <a:gd name="connsiteY50" fmla="*/ 1352 h 4685667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78613 w 1825371"/>
              <a:gd name="connsiteY32" fmla="*/ 4685667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98710 w 1825371"/>
              <a:gd name="connsiteY32" fmla="*/ 4695715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98710 w 1825371"/>
              <a:gd name="connsiteY32" fmla="*/ 4695715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825371" h="4705764">
                <a:moveTo>
                  <a:pt x="15747" y="1352"/>
                </a:moveTo>
                <a:cubicBezTo>
                  <a:pt x="40601" y="7565"/>
                  <a:pt x="63040" y="19648"/>
                  <a:pt x="83062" y="34837"/>
                </a:cubicBezTo>
                <a:cubicBezTo>
                  <a:pt x="383392" y="265435"/>
                  <a:pt x="679236" y="502594"/>
                  <a:pt x="961270" y="755975"/>
                </a:cubicBezTo>
                <a:cubicBezTo>
                  <a:pt x="1053096" y="838826"/>
                  <a:pt x="1146302" y="919949"/>
                  <a:pt x="1239162" y="1001764"/>
                </a:cubicBezTo>
                <a:cubicBezTo>
                  <a:pt x="1250209" y="1011775"/>
                  <a:pt x="1262636" y="1020060"/>
                  <a:pt x="1276445" y="1025928"/>
                </a:cubicBezTo>
                <a:cubicBezTo>
                  <a:pt x="1296466" y="1034213"/>
                  <a:pt x="1308204" y="1030070"/>
                  <a:pt x="1316489" y="1009704"/>
                </a:cubicBezTo>
                <a:cubicBezTo>
                  <a:pt x="1325119" y="988991"/>
                  <a:pt x="1335821" y="968968"/>
                  <a:pt x="1345141" y="948602"/>
                </a:cubicBezTo>
                <a:cubicBezTo>
                  <a:pt x="1359640" y="917188"/>
                  <a:pt x="1382079" y="892679"/>
                  <a:pt x="1407624" y="869894"/>
                </a:cubicBezTo>
                <a:cubicBezTo>
                  <a:pt x="1517055" y="771511"/>
                  <a:pt x="1634081" y="682447"/>
                  <a:pt x="1749379" y="590967"/>
                </a:cubicBezTo>
                <a:cubicBezTo>
                  <a:pt x="1768711" y="575432"/>
                  <a:pt x="1788043" y="559898"/>
                  <a:pt x="1808066" y="545399"/>
                </a:cubicBezTo>
                <a:cubicBezTo>
                  <a:pt x="1819802" y="536769"/>
                  <a:pt x="1824634" y="539875"/>
                  <a:pt x="1825326" y="554375"/>
                </a:cubicBezTo>
                <a:cubicBezTo>
                  <a:pt x="1826015" y="568528"/>
                  <a:pt x="1818766" y="579575"/>
                  <a:pt x="1811172" y="590277"/>
                </a:cubicBezTo>
                <a:cubicBezTo>
                  <a:pt x="1783900" y="628594"/>
                  <a:pt x="1751451" y="662770"/>
                  <a:pt x="1721073" y="698326"/>
                </a:cubicBezTo>
                <a:cubicBezTo>
                  <a:pt x="1613023" y="825017"/>
                  <a:pt x="1503592" y="950328"/>
                  <a:pt x="1385877" y="1068389"/>
                </a:cubicBezTo>
                <a:cubicBezTo>
                  <a:pt x="1376900" y="1077364"/>
                  <a:pt x="1378626" y="1088411"/>
                  <a:pt x="1376211" y="1098421"/>
                </a:cubicBezTo>
                <a:cubicBezTo>
                  <a:pt x="1373449" y="1111885"/>
                  <a:pt x="1370342" y="1124658"/>
                  <a:pt x="1361366" y="1135359"/>
                </a:cubicBezTo>
                <a:cubicBezTo>
                  <a:pt x="1352736" y="1145370"/>
                  <a:pt x="1352736" y="1157798"/>
                  <a:pt x="1355153" y="1169879"/>
                </a:cubicBezTo>
                <a:cubicBezTo>
                  <a:pt x="1369651" y="1242374"/>
                  <a:pt x="1391054" y="1312796"/>
                  <a:pt x="1409696" y="1384253"/>
                </a:cubicBezTo>
                <a:cubicBezTo>
                  <a:pt x="1440764" y="1505076"/>
                  <a:pt x="1484260" y="1622102"/>
                  <a:pt x="1524994" y="1739817"/>
                </a:cubicBezTo>
                <a:cubicBezTo>
                  <a:pt x="1577466" y="1890674"/>
                  <a:pt x="1615785" y="2046016"/>
                  <a:pt x="1659971" y="2199288"/>
                </a:cubicBezTo>
                <a:cubicBezTo>
                  <a:pt x="1707264" y="2363607"/>
                  <a:pt x="1746273" y="2529998"/>
                  <a:pt x="1782864" y="2697077"/>
                </a:cubicBezTo>
                <a:cubicBezTo>
                  <a:pt x="1788043" y="2720207"/>
                  <a:pt x="1790460" y="2744026"/>
                  <a:pt x="1794257" y="2767845"/>
                </a:cubicBezTo>
                <a:cubicBezTo>
                  <a:pt x="1794947" y="2771643"/>
                  <a:pt x="1797364" y="2776822"/>
                  <a:pt x="1791840" y="2778202"/>
                </a:cubicBezTo>
                <a:cubicBezTo>
                  <a:pt x="1786662" y="2779583"/>
                  <a:pt x="1785626" y="2774405"/>
                  <a:pt x="1784245" y="2770607"/>
                </a:cubicBezTo>
                <a:cubicBezTo>
                  <a:pt x="1770437" y="2734360"/>
                  <a:pt x="1756975" y="2698113"/>
                  <a:pt x="1746617" y="2660831"/>
                </a:cubicBezTo>
                <a:cubicBezTo>
                  <a:pt x="1673779" y="2397784"/>
                  <a:pt x="1595762" y="2136116"/>
                  <a:pt x="1513602" y="1875484"/>
                </a:cubicBezTo>
                <a:cubicBezTo>
                  <a:pt x="1448704" y="1670431"/>
                  <a:pt x="1380007" y="1466759"/>
                  <a:pt x="1297158" y="1267919"/>
                </a:cubicBezTo>
                <a:cubicBezTo>
                  <a:pt x="1289909" y="1251004"/>
                  <a:pt x="1282659" y="1234089"/>
                  <a:pt x="1275064" y="1217173"/>
                </a:cubicBezTo>
                <a:cubicBezTo>
                  <a:pt x="1269541" y="1205436"/>
                  <a:pt x="1260911" y="1191628"/>
                  <a:pt x="1248483" y="1193353"/>
                </a:cubicBezTo>
                <a:cubicBezTo>
                  <a:pt x="1238128" y="1194734"/>
                  <a:pt x="1235711" y="1211649"/>
                  <a:pt x="1232949" y="1222351"/>
                </a:cubicBezTo>
                <a:cubicBezTo>
                  <a:pt x="1228115" y="1242374"/>
                  <a:pt x="1229843" y="1262740"/>
                  <a:pt x="1230877" y="1283108"/>
                </a:cubicBezTo>
                <a:cubicBezTo>
                  <a:pt x="1226287" y="2417294"/>
                  <a:pt x="1231744" y="3571578"/>
                  <a:pt x="1227154" y="4705764"/>
                </a:cubicBezTo>
                <a:lnTo>
                  <a:pt x="998710" y="4695715"/>
                </a:lnTo>
                <a:cubicBezTo>
                  <a:pt x="1020244" y="4110251"/>
                  <a:pt x="1098940" y="1865978"/>
                  <a:pt x="1125245" y="1293464"/>
                </a:cubicBezTo>
                <a:cubicBezTo>
                  <a:pt x="1126970" y="1262740"/>
                  <a:pt x="1124553" y="1258943"/>
                  <a:pt x="1096247" y="1270681"/>
                </a:cubicBezTo>
                <a:cubicBezTo>
                  <a:pt x="1050679" y="1289666"/>
                  <a:pt x="1018575" y="1263776"/>
                  <a:pt x="984400" y="1242374"/>
                </a:cubicBezTo>
                <a:cubicBezTo>
                  <a:pt x="979221" y="1238921"/>
                  <a:pt x="977841" y="1232017"/>
                  <a:pt x="977149" y="1225458"/>
                </a:cubicBezTo>
                <a:cubicBezTo>
                  <a:pt x="976115" y="1213030"/>
                  <a:pt x="978530" y="1200949"/>
                  <a:pt x="983019" y="1189902"/>
                </a:cubicBezTo>
                <a:cubicBezTo>
                  <a:pt x="995792" y="1159523"/>
                  <a:pt x="1005457" y="1128109"/>
                  <a:pt x="1016158" y="1097041"/>
                </a:cubicBezTo>
                <a:cubicBezTo>
                  <a:pt x="1022717" y="1078055"/>
                  <a:pt x="1036181" y="1071841"/>
                  <a:pt x="1055513" y="1078055"/>
                </a:cubicBezTo>
                <a:cubicBezTo>
                  <a:pt x="1071737" y="1082887"/>
                  <a:pt x="1084855" y="1093934"/>
                  <a:pt x="1097628" y="1104290"/>
                </a:cubicBezTo>
                <a:cubicBezTo>
                  <a:pt x="1103496" y="1108779"/>
                  <a:pt x="1107983" y="1110504"/>
                  <a:pt x="1115579" y="1107743"/>
                </a:cubicBezTo>
                <a:cubicBezTo>
                  <a:pt x="1135945" y="1100147"/>
                  <a:pt x="1156313" y="1093589"/>
                  <a:pt x="1177026" y="1087375"/>
                </a:cubicBezTo>
                <a:cubicBezTo>
                  <a:pt x="1187726" y="1084268"/>
                  <a:pt x="1185655" y="1080126"/>
                  <a:pt x="1179787" y="1073913"/>
                </a:cubicBezTo>
                <a:cubicBezTo>
                  <a:pt x="1166668" y="1060449"/>
                  <a:pt x="1151134" y="1050438"/>
                  <a:pt x="1135255" y="1041117"/>
                </a:cubicBezTo>
                <a:cubicBezTo>
                  <a:pt x="1062417" y="998311"/>
                  <a:pt x="998207" y="944460"/>
                  <a:pt x="939868" y="883702"/>
                </a:cubicBezTo>
                <a:cubicBezTo>
                  <a:pt x="813177" y="751488"/>
                  <a:pt x="683379" y="622035"/>
                  <a:pt x="549783" y="496379"/>
                </a:cubicBezTo>
                <a:cubicBezTo>
                  <a:pt x="385809" y="341382"/>
                  <a:pt x="211479" y="197084"/>
                  <a:pt x="40947" y="48990"/>
                </a:cubicBezTo>
                <a:cubicBezTo>
                  <a:pt x="28864" y="38635"/>
                  <a:pt x="17472" y="27933"/>
                  <a:pt x="5735" y="17231"/>
                </a:cubicBezTo>
                <a:cubicBezTo>
                  <a:pt x="2283" y="13780"/>
                  <a:pt x="-1859" y="9292"/>
                  <a:pt x="902" y="4114"/>
                </a:cubicBezTo>
                <a:cubicBezTo>
                  <a:pt x="4009" y="-1755"/>
                  <a:pt x="10568" y="-29"/>
                  <a:pt x="15747" y="1352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226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FCEF7E4-8494-44BA-9495-9F967125937F}"/>
              </a:ext>
            </a:extLst>
          </p:cNvPr>
          <p:cNvSpPr/>
          <p:nvPr userDrawn="1"/>
        </p:nvSpPr>
        <p:spPr>
          <a:xfrm>
            <a:off x="67749" y="4642338"/>
            <a:ext cx="874123" cy="2253468"/>
          </a:xfrm>
          <a:custGeom>
            <a:avLst/>
            <a:gdLst>
              <a:gd name="connsiteX0" fmla="*/ 15747 w 1825371"/>
              <a:gd name="connsiteY0" fmla="*/ 1352 h 3047785"/>
              <a:gd name="connsiteX1" fmla="*/ 83062 w 1825371"/>
              <a:gd name="connsiteY1" fmla="*/ 34837 h 3047785"/>
              <a:gd name="connsiteX2" fmla="*/ 961270 w 1825371"/>
              <a:gd name="connsiteY2" fmla="*/ 755975 h 3047785"/>
              <a:gd name="connsiteX3" fmla="*/ 1239162 w 1825371"/>
              <a:gd name="connsiteY3" fmla="*/ 1001764 h 3047785"/>
              <a:gd name="connsiteX4" fmla="*/ 1276445 w 1825371"/>
              <a:gd name="connsiteY4" fmla="*/ 1025928 h 3047785"/>
              <a:gd name="connsiteX5" fmla="*/ 1316489 w 1825371"/>
              <a:gd name="connsiteY5" fmla="*/ 1009704 h 3047785"/>
              <a:gd name="connsiteX6" fmla="*/ 1345141 w 1825371"/>
              <a:gd name="connsiteY6" fmla="*/ 948602 h 3047785"/>
              <a:gd name="connsiteX7" fmla="*/ 1407624 w 1825371"/>
              <a:gd name="connsiteY7" fmla="*/ 869894 h 3047785"/>
              <a:gd name="connsiteX8" fmla="*/ 1749379 w 1825371"/>
              <a:gd name="connsiteY8" fmla="*/ 590967 h 3047785"/>
              <a:gd name="connsiteX9" fmla="*/ 1808066 w 1825371"/>
              <a:gd name="connsiteY9" fmla="*/ 545399 h 3047785"/>
              <a:gd name="connsiteX10" fmla="*/ 1825326 w 1825371"/>
              <a:gd name="connsiteY10" fmla="*/ 554375 h 3047785"/>
              <a:gd name="connsiteX11" fmla="*/ 1811172 w 1825371"/>
              <a:gd name="connsiteY11" fmla="*/ 590277 h 3047785"/>
              <a:gd name="connsiteX12" fmla="*/ 1721073 w 1825371"/>
              <a:gd name="connsiteY12" fmla="*/ 698326 h 3047785"/>
              <a:gd name="connsiteX13" fmla="*/ 1385877 w 1825371"/>
              <a:gd name="connsiteY13" fmla="*/ 1068389 h 3047785"/>
              <a:gd name="connsiteX14" fmla="*/ 1376211 w 1825371"/>
              <a:gd name="connsiteY14" fmla="*/ 1098421 h 3047785"/>
              <a:gd name="connsiteX15" fmla="*/ 1361366 w 1825371"/>
              <a:gd name="connsiteY15" fmla="*/ 1135359 h 3047785"/>
              <a:gd name="connsiteX16" fmla="*/ 1355153 w 1825371"/>
              <a:gd name="connsiteY16" fmla="*/ 1169879 h 3047785"/>
              <a:gd name="connsiteX17" fmla="*/ 1409696 w 1825371"/>
              <a:gd name="connsiteY17" fmla="*/ 1384253 h 3047785"/>
              <a:gd name="connsiteX18" fmla="*/ 1524994 w 1825371"/>
              <a:gd name="connsiteY18" fmla="*/ 1739817 h 3047785"/>
              <a:gd name="connsiteX19" fmla="*/ 1659971 w 1825371"/>
              <a:gd name="connsiteY19" fmla="*/ 2199288 h 3047785"/>
              <a:gd name="connsiteX20" fmla="*/ 1782864 w 1825371"/>
              <a:gd name="connsiteY20" fmla="*/ 2697077 h 3047785"/>
              <a:gd name="connsiteX21" fmla="*/ 1794257 w 1825371"/>
              <a:gd name="connsiteY21" fmla="*/ 2767845 h 3047785"/>
              <a:gd name="connsiteX22" fmla="*/ 1791840 w 1825371"/>
              <a:gd name="connsiteY22" fmla="*/ 2778202 h 3047785"/>
              <a:gd name="connsiteX23" fmla="*/ 1784245 w 1825371"/>
              <a:gd name="connsiteY23" fmla="*/ 2770607 h 3047785"/>
              <a:gd name="connsiteX24" fmla="*/ 1746617 w 1825371"/>
              <a:gd name="connsiteY24" fmla="*/ 2660831 h 3047785"/>
              <a:gd name="connsiteX25" fmla="*/ 1513602 w 1825371"/>
              <a:gd name="connsiteY25" fmla="*/ 1875484 h 3047785"/>
              <a:gd name="connsiteX26" fmla="*/ 1297158 w 1825371"/>
              <a:gd name="connsiteY26" fmla="*/ 1267919 h 3047785"/>
              <a:gd name="connsiteX27" fmla="*/ 1275064 w 1825371"/>
              <a:gd name="connsiteY27" fmla="*/ 1217173 h 3047785"/>
              <a:gd name="connsiteX28" fmla="*/ 1248483 w 1825371"/>
              <a:gd name="connsiteY28" fmla="*/ 1193353 h 3047785"/>
              <a:gd name="connsiteX29" fmla="*/ 1232949 w 1825371"/>
              <a:gd name="connsiteY29" fmla="*/ 1222351 h 3047785"/>
              <a:gd name="connsiteX30" fmla="*/ 1230877 w 1825371"/>
              <a:gd name="connsiteY30" fmla="*/ 1283108 h 3047785"/>
              <a:gd name="connsiteX31" fmla="*/ 1243305 w 1825371"/>
              <a:gd name="connsiteY31" fmla="*/ 1522336 h 3047785"/>
              <a:gd name="connsiteX32" fmla="*/ 1261256 w 1825371"/>
              <a:gd name="connsiteY32" fmla="*/ 1854772 h 3047785"/>
              <a:gd name="connsiteX33" fmla="*/ 1272647 w 1825371"/>
              <a:gd name="connsiteY33" fmla="*/ 2086061 h 3047785"/>
              <a:gd name="connsiteX34" fmla="*/ 1288528 w 1825371"/>
              <a:gd name="connsiteY34" fmla="*/ 2674639 h 3047785"/>
              <a:gd name="connsiteX35" fmla="*/ 1297493 w 1825371"/>
              <a:gd name="connsiteY35" fmla="*/ 3047785 h 3047785"/>
              <a:gd name="connsiteX36" fmla="*/ 1048951 w 1825371"/>
              <a:gd name="connsiteY36" fmla="*/ 3047785 h 3047785"/>
              <a:gd name="connsiteX37" fmla="*/ 1053441 w 1825371"/>
              <a:gd name="connsiteY37" fmla="*/ 2920082 h 3047785"/>
              <a:gd name="connsiteX38" fmla="*/ 1066213 w 1825371"/>
              <a:gd name="connsiteY38" fmla="*/ 2573839 h 3047785"/>
              <a:gd name="connsiteX39" fmla="*/ 1077951 w 1825371"/>
              <a:gd name="connsiteY39" fmla="*/ 2236916 h 3047785"/>
              <a:gd name="connsiteX40" fmla="*/ 1093485 w 1825371"/>
              <a:gd name="connsiteY40" fmla="*/ 1882733 h 3047785"/>
              <a:gd name="connsiteX41" fmla="*/ 1107983 w 1825371"/>
              <a:gd name="connsiteY41" fmla="*/ 1608293 h 3047785"/>
              <a:gd name="connsiteX42" fmla="*/ 1125245 w 1825371"/>
              <a:gd name="connsiteY42" fmla="*/ 1293464 h 3047785"/>
              <a:gd name="connsiteX43" fmla="*/ 1096247 w 1825371"/>
              <a:gd name="connsiteY43" fmla="*/ 1270681 h 3047785"/>
              <a:gd name="connsiteX44" fmla="*/ 984400 w 1825371"/>
              <a:gd name="connsiteY44" fmla="*/ 1242374 h 3047785"/>
              <a:gd name="connsiteX45" fmla="*/ 977149 w 1825371"/>
              <a:gd name="connsiteY45" fmla="*/ 1225458 h 3047785"/>
              <a:gd name="connsiteX46" fmla="*/ 983019 w 1825371"/>
              <a:gd name="connsiteY46" fmla="*/ 1189902 h 3047785"/>
              <a:gd name="connsiteX47" fmla="*/ 1016158 w 1825371"/>
              <a:gd name="connsiteY47" fmla="*/ 1097041 h 3047785"/>
              <a:gd name="connsiteX48" fmla="*/ 1055513 w 1825371"/>
              <a:gd name="connsiteY48" fmla="*/ 1078055 h 3047785"/>
              <a:gd name="connsiteX49" fmla="*/ 1097628 w 1825371"/>
              <a:gd name="connsiteY49" fmla="*/ 1104290 h 3047785"/>
              <a:gd name="connsiteX50" fmla="*/ 1115579 w 1825371"/>
              <a:gd name="connsiteY50" fmla="*/ 1107743 h 3047785"/>
              <a:gd name="connsiteX51" fmla="*/ 1177026 w 1825371"/>
              <a:gd name="connsiteY51" fmla="*/ 1087375 h 3047785"/>
              <a:gd name="connsiteX52" fmla="*/ 1179787 w 1825371"/>
              <a:gd name="connsiteY52" fmla="*/ 1073913 h 3047785"/>
              <a:gd name="connsiteX53" fmla="*/ 1135255 w 1825371"/>
              <a:gd name="connsiteY53" fmla="*/ 1041117 h 3047785"/>
              <a:gd name="connsiteX54" fmla="*/ 939868 w 1825371"/>
              <a:gd name="connsiteY54" fmla="*/ 883702 h 3047785"/>
              <a:gd name="connsiteX55" fmla="*/ 549783 w 1825371"/>
              <a:gd name="connsiteY55" fmla="*/ 496379 h 3047785"/>
              <a:gd name="connsiteX56" fmla="*/ 40947 w 1825371"/>
              <a:gd name="connsiteY56" fmla="*/ 48990 h 3047785"/>
              <a:gd name="connsiteX57" fmla="*/ 5735 w 1825371"/>
              <a:gd name="connsiteY57" fmla="*/ 17231 h 3047785"/>
              <a:gd name="connsiteX58" fmla="*/ 902 w 1825371"/>
              <a:gd name="connsiteY58" fmla="*/ 4114 h 3047785"/>
              <a:gd name="connsiteX59" fmla="*/ 15747 w 1825371"/>
              <a:gd name="connsiteY59" fmla="*/ 1352 h 3047785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88528 w 1825371"/>
              <a:gd name="connsiteY34" fmla="*/ 2674639 h 4705763"/>
              <a:gd name="connsiteX35" fmla="*/ 1297493 w 1825371"/>
              <a:gd name="connsiteY35" fmla="*/ 3047785 h 4705763"/>
              <a:gd name="connsiteX36" fmla="*/ 938419 w 1825371"/>
              <a:gd name="connsiteY36" fmla="*/ 4705763 h 4705763"/>
              <a:gd name="connsiteX37" fmla="*/ 1053441 w 1825371"/>
              <a:gd name="connsiteY37" fmla="*/ 2920082 h 4705763"/>
              <a:gd name="connsiteX38" fmla="*/ 1066213 w 1825371"/>
              <a:gd name="connsiteY38" fmla="*/ 2573839 h 4705763"/>
              <a:gd name="connsiteX39" fmla="*/ 1077951 w 1825371"/>
              <a:gd name="connsiteY39" fmla="*/ 2236916 h 4705763"/>
              <a:gd name="connsiteX40" fmla="*/ 1093485 w 1825371"/>
              <a:gd name="connsiteY40" fmla="*/ 1882733 h 4705763"/>
              <a:gd name="connsiteX41" fmla="*/ 1107983 w 1825371"/>
              <a:gd name="connsiteY41" fmla="*/ 1608293 h 4705763"/>
              <a:gd name="connsiteX42" fmla="*/ 1125245 w 1825371"/>
              <a:gd name="connsiteY42" fmla="*/ 1293464 h 4705763"/>
              <a:gd name="connsiteX43" fmla="*/ 1096247 w 1825371"/>
              <a:gd name="connsiteY43" fmla="*/ 1270681 h 4705763"/>
              <a:gd name="connsiteX44" fmla="*/ 984400 w 1825371"/>
              <a:gd name="connsiteY44" fmla="*/ 1242374 h 4705763"/>
              <a:gd name="connsiteX45" fmla="*/ 977149 w 1825371"/>
              <a:gd name="connsiteY45" fmla="*/ 1225458 h 4705763"/>
              <a:gd name="connsiteX46" fmla="*/ 983019 w 1825371"/>
              <a:gd name="connsiteY46" fmla="*/ 1189902 h 4705763"/>
              <a:gd name="connsiteX47" fmla="*/ 1016158 w 1825371"/>
              <a:gd name="connsiteY47" fmla="*/ 1097041 h 4705763"/>
              <a:gd name="connsiteX48" fmla="*/ 1055513 w 1825371"/>
              <a:gd name="connsiteY48" fmla="*/ 1078055 h 4705763"/>
              <a:gd name="connsiteX49" fmla="*/ 1097628 w 1825371"/>
              <a:gd name="connsiteY49" fmla="*/ 1104290 h 4705763"/>
              <a:gd name="connsiteX50" fmla="*/ 1115579 w 1825371"/>
              <a:gd name="connsiteY50" fmla="*/ 1107743 h 4705763"/>
              <a:gd name="connsiteX51" fmla="*/ 1177026 w 1825371"/>
              <a:gd name="connsiteY51" fmla="*/ 1087375 h 4705763"/>
              <a:gd name="connsiteX52" fmla="*/ 1179787 w 1825371"/>
              <a:gd name="connsiteY52" fmla="*/ 1073913 h 4705763"/>
              <a:gd name="connsiteX53" fmla="*/ 1135255 w 1825371"/>
              <a:gd name="connsiteY53" fmla="*/ 1041117 h 4705763"/>
              <a:gd name="connsiteX54" fmla="*/ 939868 w 1825371"/>
              <a:gd name="connsiteY54" fmla="*/ 883702 h 4705763"/>
              <a:gd name="connsiteX55" fmla="*/ 549783 w 1825371"/>
              <a:gd name="connsiteY55" fmla="*/ 496379 h 4705763"/>
              <a:gd name="connsiteX56" fmla="*/ 40947 w 1825371"/>
              <a:gd name="connsiteY56" fmla="*/ 48990 h 4705763"/>
              <a:gd name="connsiteX57" fmla="*/ 5735 w 1825371"/>
              <a:gd name="connsiteY57" fmla="*/ 17231 h 4705763"/>
              <a:gd name="connsiteX58" fmla="*/ 902 w 1825371"/>
              <a:gd name="connsiteY58" fmla="*/ 4114 h 4705763"/>
              <a:gd name="connsiteX59" fmla="*/ 15747 w 1825371"/>
              <a:gd name="connsiteY59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88528 w 1825371"/>
              <a:gd name="connsiteY34" fmla="*/ 2674639 h 4705763"/>
              <a:gd name="connsiteX35" fmla="*/ 1297493 w 1825371"/>
              <a:gd name="connsiteY35" fmla="*/ 4685667 h 4705763"/>
              <a:gd name="connsiteX36" fmla="*/ 938419 w 1825371"/>
              <a:gd name="connsiteY36" fmla="*/ 4705763 h 4705763"/>
              <a:gd name="connsiteX37" fmla="*/ 1053441 w 1825371"/>
              <a:gd name="connsiteY37" fmla="*/ 2920082 h 4705763"/>
              <a:gd name="connsiteX38" fmla="*/ 1066213 w 1825371"/>
              <a:gd name="connsiteY38" fmla="*/ 2573839 h 4705763"/>
              <a:gd name="connsiteX39" fmla="*/ 1077951 w 1825371"/>
              <a:gd name="connsiteY39" fmla="*/ 2236916 h 4705763"/>
              <a:gd name="connsiteX40" fmla="*/ 1093485 w 1825371"/>
              <a:gd name="connsiteY40" fmla="*/ 1882733 h 4705763"/>
              <a:gd name="connsiteX41" fmla="*/ 1107983 w 1825371"/>
              <a:gd name="connsiteY41" fmla="*/ 1608293 h 4705763"/>
              <a:gd name="connsiteX42" fmla="*/ 1125245 w 1825371"/>
              <a:gd name="connsiteY42" fmla="*/ 1293464 h 4705763"/>
              <a:gd name="connsiteX43" fmla="*/ 1096247 w 1825371"/>
              <a:gd name="connsiteY43" fmla="*/ 1270681 h 4705763"/>
              <a:gd name="connsiteX44" fmla="*/ 984400 w 1825371"/>
              <a:gd name="connsiteY44" fmla="*/ 1242374 h 4705763"/>
              <a:gd name="connsiteX45" fmla="*/ 977149 w 1825371"/>
              <a:gd name="connsiteY45" fmla="*/ 1225458 h 4705763"/>
              <a:gd name="connsiteX46" fmla="*/ 983019 w 1825371"/>
              <a:gd name="connsiteY46" fmla="*/ 1189902 h 4705763"/>
              <a:gd name="connsiteX47" fmla="*/ 1016158 w 1825371"/>
              <a:gd name="connsiteY47" fmla="*/ 1097041 h 4705763"/>
              <a:gd name="connsiteX48" fmla="*/ 1055513 w 1825371"/>
              <a:gd name="connsiteY48" fmla="*/ 1078055 h 4705763"/>
              <a:gd name="connsiteX49" fmla="*/ 1097628 w 1825371"/>
              <a:gd name="connsiteY49" fmla="*/ 1104290 h 4705763"/>
              <a:gd name="connsiteX50" fmla="*/ 1115579 w 1825371"/>
              <a:gd name="connsiteY50" fmla="*/ 1107743 h 4705763"/>
              <a:gd name="connsiteX51" fmla="*/ 1177026 w 1825371"/>
              <a:gd name="connsiteY51" fmla="*/ 1087375 h 4705763"/>
              <a:gd name="connsiteX52" fmla="*/ 1179787 w 1825371"/>
              <a:gd name="connsiteY52" fmla="*/ 1073913 h 4705763"/>
              <a:gd name="connsiteX53" fmla="*/ 1135255 w 1825371"/>
              <a:gd name="connsiteY53" fmla="*/ 1041117 h 4705763"/>
              <a:gd name="connsiteX54" fmla="*/ 939868 w 1825371"/>
              <a:gd name="connsiteY54" fmla="*/ 883702 h 4705763"/>
              <a:gd name="connsiteX55" fmla="*/ 549783 w 1825371"/>
              <a:gd name="connsiteY55" fmla="*/ 496379 h 4705763"/>
              <a:gd name="connsiteX56" fmla="*/ 40947 w 1825371"/>
              <a:gd name="connsiteY56" fmla="*/ 48990 h 4705763"/>
              <a:gd name="connsiteX57" fmla="*/ 5735 w 1825371"/>
              <a:gd name="connsiteY57" fmla="*/ 17231 h 4705763"/>
              <a:gd name="connsiteX58" fmla="*/ 902 w 1825371"/>
              <a:gd name="connsiteY58" fmla="*/ 4114 h 4705763"/>
              <a:gd name="connsiteX59" fmla="*/ 15747 w 1825371"/>
              <a:gd name="connsiteY59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97493 w 1825371"/>
              <a:gd name="connsiteY34" fmla="*/ 4685667 h 4705763"/>
              <a:gd name="connsiteX35" fmla="*/ 938419 w 1825371"/>
              <a:gd name="connsiteY35" fmla="*/ 4705763 h 4705763"/>
              <a:gd name="connsiteX36" fmla="*/ 1053441 w 1825371"/>
              <a:gd name="connsiteY36" fmla="*/ 2920082 h 4705763"/>
              <a:gd name="connsiteX37" fmla="*/ 1066213 w 1825371"/>
              <a:gd name="connsiteY37" fmla="*/ 2573839 h 4705763"/>
              <a:gd name="connsiteX38" fmla="*/ 1077951 w 1825371"/>
              <a:gd name="connsiteY38" fmla="*/ 2236916 h 4705763"/>
              <a:gd name="connsiteX39" fmla="*/ 1093485 w 1825371"/>
              <a:gd name="connsiteY39" fmla="*/ 1882733 h 4705763"/>
              <a:gd name="connsiteX40" fmla="*/ 1107983 w 1825371"/>
              <a:gd name="connsiteY40" fmla="*/ 1608293 h 4705763"/>
              <a:gd name="connsiteX41" fmla="*/ 1125245 w 1825371"/>
              <a:gd name="connsiteY41" fmla="*/ 1293464 h 4705763"/>
              <a:gd name="connsiteX42" fmla="*/ 1096247 w 1825371"/>
              <a:gd name="connsiteY42" fmla="*/ 1270681 h 4705763"/>
              <a:gd name="connsiteX43" fmla="*/ 984400 w 1825371"/>
              <a:gd name="connsiteY43" fmla="*/ 1242374 h 4705763"/>
              <a:gd name="connsiteX44" fmla="*/ 977149 w 1825371"/>
              <a:gd name="connsiteY44" fmla="*/ 1225458 h 4705763"/>
              <a:gd name="connsiteX45" fmla="*/ 983019 w 1825371"/>
              <a:gd name="connsiteY45" fmla="*/ 1189902 h 4705763"/>
              <a:gd name="connsiteX46" fmla="*/ 1016158 w 1825371"/>
              <a:gd name="connsiteY46" fmla="*/ 1097041 h 4705763"/>
              <a:gd name="connsiteX47" fmla="*/ 1055513 w 1825371"/>
              <a:gd name="connsiteY47" fmla="*/ 1078055 h 4705763"/>
              <a:gd name="connsiteX48" fmla="*/ 1097628 w 1825371"/>
              <a:gd name="connsiteY48" fmla="*/ 1104290 h 4705763"/>
              <a:gd name="connsiteX49" fmla="*/ 1115579 w 1825371"/>
              <a:gd name="connsiteY49" fmla="*/ 1107743 h 4705763"/>
              <a:gd name="connsiteX50" fmla="*/ 1177026 w 1825371"/>
              <a:gd name="connsiteY50" fmla="*/ 1087375 h 4705763"/>
              <a:gd name="connsiteX51" fmla="*/ 1179787 w 1825371"/>
              <a:gd name="connsiteY51" fmla="*/ 1073913 h 4705763"/>
              <a:gd name="connsiteX52" fmla="*/ 1135255 w 1825371"/>
              <a:gd name="connsiteY52" fmla="*/ 1041117 h 4705763"/>
              <a:gd name="connsiteX53" fmla="*/ 939868 w 1825371"/>
              <a:gd name="connsiteY53" fmla="*/ 883702 h 4705763"/>
              <a:gd name="connsiteX54" fmla="*/ 549783 w 1825371"/>
              <a:gd name="connsiteY54" fmla="*/ 496379 h 4705763"/>
              <a:gd name="connsiteX55" fmla="*/ 40947 w 1825371"/>
              <a:gd name="connsiteY55" fmla="*/ 48990 h 4705763"/>
              <a:gd name="connsiteX56" fmla="*/ 5735 w 1825371"/>
              <a:gd name="connsiteY56" fmla="*/ 17231 h 4705763"/>
              <a:gd name="connsiteX57" fmla="*/ 902 w 1825371"/>
              <a:gd name="connsiteY57" fmla="*/ 4114 h 4705763"/>
              <a:gd name="connsiteX58" fmla="*/ 15747 w 1825371"/>
              <a:gd name="connsiteY58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97493 w 1825371"/>
              <a:gd name="connsiteY33" fmla="*/ 4685667 h 4705763"/>
              <a:gd name="connsiteX34" fmla="*/ 938419 w 1825371"/>
              <a:gd name="connsiteY34" fmla="*/ 4705763 h 4705763"/>
              <a:gd name="connsiteX35" fmla="*/ 1053441 w 1825371"/>
              <a:gd name="connsiteY35" fmla="*/ 2920082 h 4705763"/>
              <a:gd name="connsiteX36" fmla="*/ 1066213 w 1825371"/>
              <a:gd name="connsiteY36" fmla="*/ 2573839 h 4705763"/>
              <a:gd name="connsiteX37" fmla="*/ 1077951 w 1825371"/>
              <a:gd name="connsiteY37" fmla="*/ 2236916 h 4705763"/>
              <a:gd name="connsiteX38" fmla="*/ 1093485 w 1825371"/>
              <a:gd name="connsiteY38" fmla="*/ 1882733 h 4705763"/>
              <a:gd name="connsiteX39" fmla="*/ 1107983 w 1825371"/>
              <a:gd name="connsiteY39" fmla="*/ 1608293 h 4705763"/>
              <a:gd name="connsiteX40" fmla="*/ 1125245 w 1825371"/>
              <a:gd name="connsiteY40" fmla="*/ 1293464 h 4705763"/>
              <a:gd name="connsiteX41" fmla="*/ 1096247 w 1825371"/>
              <a:gd name="connsiteY41" fmla="*/ 1270681 h 4705763"/>
              <a:gd name="connsiteX42" fmla="*/ 984400 w 1825371"/>
              <a:gd name="connsiteY42" fmla="*/ 1242374 h 4705763"/>
              <a:gd name="connsiteX43" fmla="*/ 977149 w 1825371"/>
              <a:gd name="connsiteY43" fmla="*/ 1225458 h 4705763"/>
              <a:gd name="connsiteX44" fmla="*/ 983019 w 1825371"/>
              <a:gd name="connsiteY44" fmla="*/ 1189902 h 4705763"/>
              <a:gd name="connsiteX45" fmla="*/ 1016158 w 1825371"/>
              <a:gd name="connsiteY45" fmla="*/ 1097041 h 4705763"/>
              <a:gd name="connsiteX46" fmla="*/ 1055513 w 1825371"/>
              <a:gd name="connsiteY46" fmla="*/ 1078055 h 4705763"/>
              <a:gd name="connsiteX47" fmla="*/ 1097628 w 1825371"/>
              <a:gd name="connsiteY47" fmla="*/ 1104290 h 4705763"/>
              <a:gd name="connsiteX48" fmla="*/ 1115579 w 1825371"/>
              <a:gd name="connsiteY48" fmla="*/ 1107743 h 4705763"/>
              <a:gd name="connsiteX49" fmla="*/ 1177026 w 1825371"/>
              <a:gd name="connsiteY49" fmla="*/ 1087375 h 4705763"/>
              <a:gd name="connsiteX50" fmla="*/ 1179787 w 1825371"/>
              <a:gd name="connsiteY50" fmla="*/ 1073913 h 4705763"/>
              <a:gd name="connsiteX51" fmla="*/ 1135255 w 1825371"/>
              <a:gd name="connsiteY51" fmla="*/ 1041117 h 4705763"/>
              <a:gd name="connsiteX52" fmla="*/ 939868 w 1825371"/>
              <a:gd name="connsiteY52" fmla="*/ 883702 h 4705763"/>
              <a:gd name="connsiteX53" fmla="*/ 549783 w 1825371"/>
              <a:gd name="connsiteY53" fmla="*/ 496379 h 4705763"/>
              <a:gd name="connsiteX54" fmla="*/ 40947 w 1825371"/>
              <a:gd name="connsiteY54" fmla="*/ 48990 h 4705763"/>
              <a:gd name="connsiteX55" fmla="*/ 5735 w 1825371"/>
              <a:gd name="connsiteY55" fmla="*/ 17231 h 4705763"/>
              <a:gd name="connsiteX56" fmla="*/ 902 w 1825371"/>
              <a:gd name="connsiteY56" fmla="*/ 4114 h 4705763"/>
              <a:gd name="connsiteX57" fmla="*/ 15747 w 1825371"/>
              <a:gd name="connsiteY57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97493 w 1825371"/>
              <a:gd name="connsiteY32" fmla="*/ 4685667 h 4705763"/>
              <a:gd name="connsiteX33" fmla="*/ 938419 w 1825371"/>
              <a:gd name="connsiteY33" fmla="*/ 4705763 h 4705763"/>
              <a:gd name="connsiteX34" fmla="*/ 1053441 w 1825371"/>
              <a:gd name="connsiteY34" fmla="*/ 2920082 h 4705763"/>
              <a:gd name="connsiteX35" fmla="*/ 1066213 w 1825371"/>
              <a:gd name="connsiteY35" fmla="*/ 2573839 h 4705763"/>
              <a:gd name="connsiteX36" fmla="*/ 1077951 w 1825371"/>
              <a:gd name="connsiteY36" fmla="*/ 2236916 h 4705763"/>
              <a:gd name="connsiteX37" fmla="*/ 1093485 w 1825371"/>
              <a:gd name="connsiteY37" fmla="*/ 1882733 h 4705763"/>
              <a:gd name="connsiteX38" fmla="*/ 1107983 w 1825371"/>
              <a:gd name="connsiteY38" fmla="*/ 1608293 h 4705763"/>
              <a:gd name="connsiteX39" fmla="*/ 1125245 w 1825371"/>
              <a:gd name="connsiteY39" fmla="*/ 1293464 h 4705763"/>
              <a:gd name="connsiteX40" fmla="*/ 1096247 w 1825371"/>
              <a:gd name="connsiteY40" fmla="*/ 1270681 h 4705763"/>
              <a:gd name="connsiteX41" fmla="*/ 984400 w 1825371"/>
              <a:gd name="connsiteY41" fmla="*/ 1242374 h 4705763"/>
              <a:gd name="connsiteX42" fmla="*/ 977149 w 1825371"/>
              <a:gd name="connsiteY42" fmla="*/ 1225458 h 4705763"/>
              <a:gd name="connsiteX43" fmla="*/ 983019 w 1825371"/>
              <a:gd name="connsiteY43" fmla="*/ 1189902 h 4705763"/>
              <a:gd name="connsiteX44" fmla="*/ 1016158 w 1825371"/>
              <a:gd name="connsiteY44" fmla="*/ 1097041 h 4705763"/>
              <a:gd name="connsiteX45" fmla="*/ 1055513 w 1825371"/>
              <a:gd name="connsiteY45" fmla="*/ 1078055 h 4705763"/>
              <a:gd name="connsiteX46" fmla="*/ 1097628 w 1825371"/>
              <a:gd name="connsiteY46" fmla="*/ 1104290 h 4705763"/>
              <a:gd name="connsiteX47" fmla="*/ 1115579 w 1825371"/>
              <a:gd name="connsiteY47" fmla="*/ 1107743 h 4705763"/>
              <a:gd name="connsiteX48" fmla="*/ 1177026 w 1825371"/>
              <a:gd name="connsiteY48" fmla="*/ 1087375 h 4705763"/>
              <a:gd name="connsiteX49" fmla="*/ 1179787 w 1825371"/>
              <a:gd name="connsiteY49" fmla="*/ 1073913 h 4705763"/>
              <a:gd name="connsiteX50" fmla="*/ 1135255 w 1825371"/>
              <a:gd name="connsiteY50" fmla="*/ 1041117 h 4705763"/>
              <a:gd name="connsiteX51" fmla="*/ 939868 w 1825371"/>
              <a:gd name="connsiteY51" fmla="*/ 883702 h 4705763"/>
              <a:gd name="connsiteX52" fmla="*/ 549783 w 1825371"/>
              <a:gd name="connsiteY52" fmla="*/ 496379 h 4705763"/>
              <a:gd name="connsiteX53" fmla="*/ 40947 w 1825371"/>
              <a:gd name="connsiteY53" fmla="*/ 48990 h 4705763"/>
              <a:gd name="connsiteX54" fmla="*/ 5735 w 1825371"/>
              <a:gd name="connsiteY54" fmla="*/ 17231 h 4705763"/>
              <a:gd name="connsiteX55" fmla="*/ 902 w 1825371"/>
              <a:gd name="connsiteY55" fmla="*/ 4114 h 4705763"/>
              <a:gd name="connsiteX56" fmla="*/ 15747 w 1825371"/>
              <a:gd name="connsiteY56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093485 w 1825371"/>
              <a:gd name="connsiteY36" fmla="*/ 1882733 h 4705763"/>
              <a:gd name="connsiteX37" fmla="*/ 1107983 w 1825371"/>
              <a:gd name="connsiteY37" fmla="*/ 1608293 h 4705763"/>
              <a:gd name="connsiteX38" fmla="*/ 1125245 w 1825371"/>
              <a:gd name="connsiteY38" fmla="*/ 1293464 h 4705763"/>
              <a:gd name="connsiteX39" fmla="*/ 1096247 w 1825371"/>
              <a:gd name="connsiteY39" fmla="*/ 1270681 h 4705763"/>
              <a:gd name="connsiteX40" fmla="*/ 984400 w 1825371"/>
              <a:gd name="connsiteY40" fmla="*/ 1242374 h 4705763"/>
              <a:gd name="connsiteX41" fmla="*/ 977149 w 1825371"/>
              <a:gd name="connsiteY41" fmla="*/ 1225458 h 4705763"/>
              <a:gd name="connsiteX42" fmla="*/ 983019 w 1825371"/>
              <a:gd name="connsiteY42" fmla="*/ 1189902 h 4705763"/>
              <a:gd name="connsiteX43" fmla="*/ 1016158 w 1825371"/>
              <a:gd name="connsiteY43" fmla="*/ 1097041 h 4705763"/>
              <a:gd name="connsiteX44" fmla="*/ 1055513 w 1825371"/>
              <a:gd name="connsiteY44" fmla="*/ 1078055 h 4705763"/>
              <a:gd name="connsiteX45" fmla="*/ 1097628 w 1825371"/>
              <a:gd name="connsiteY45" fmla="*/ 1104290 h 4705763"/>
              <a:gd name="connsiteX46" fmla="*/ 1115579 w 1825371"/>
              <a:gd name="connsiteY46" fmla="*/ 1107743 h 4705763"/>
              <a:gd name="connsiteX47" fmla="*/ 1177026 w 1825371"/>
              <a:gd name="connsiteY47" fmla="*/ 1087375 h 4705763"/>
              <a:gd name="connsiteX48" fmla="*/ 1179787 w 1825371"/>
              <a:gd name="connsiteY48" fmla="*/ 1073913 h 4705763"/>
              <a:gd name="connsiteX49" fmla="*/ 1135255 w 1825371"/>
              <a:gd name="connsiteY49" fmla="*/ 1041117 h 4705763"/>
              <a:gd name="connsiteX50" fmla="*/ 939868 w 1825371"/>
              <a:gd name="connsiteY50" fmla="*/ 883702 h 4705763"/>
              <a:gd name="connsiteX51" fmla="*/ 549783 w 1825371"/>
              <a:gd name="connsiteY51" fmla="*/ 496379 h 4705763"/>
              <a:gd name="connsiteX52" fmla="*/ 40947 w 1825371"/>
              <a:gd name="connsiteY52" fmla="*/ 48990 h 4705763"/>
              <a:gd name="connsiteX53" fmla="*/ 5735 w 1825371"/>
              <a:gd name="connsiteY53" fmla="*/ 17231 h 4705763"/>
              <a:gd name="connsiteX54" fmla="*/ 902 w 1825371"/>
              <a:gd name="connsiteY54" fmla="*/ 4114 h 4705763"/>
              <a:gd name="connsiteX55" fmla="*/ 15747 w 1825371"/>
              <a:gd name="connsiteY55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093485 w 1825371"/>
              <a:gd name="connsiteY36" fmla="*/ 1882733 h 4705763"/>
              <a:gd name="connsiteX37" fmla="*/ 1125245 w 1825371"/>
              <a:gd name="connsiteY37" fmla="*/ 1293464 h 4705763"/>
              <a:gd name="connsiteX38" fmla="*/ 1096247 w 1825371"/>
              <a:gd name="connsiteY38" fmla="*/ 1270681 h 4705763"/>
              <a:gd name="connsiteX39" fmla="*/ 984400 w 1825371"/>
              <a:gd name="connsiteY39" fmla="*/ 1242374 h 4705763"/>
              <a:gd name="connsiteX40" fmla="*/ 977149 w 1825371"/>
              <a:gd name="connsiteY40" fmla="*/ 1225458 h 4705763"/>
              <a:gd name="connsiteX41" fmla="*/ 983019 w 1825371"/>
              <a:gd name="connsiteY41" fmla="*/ 1189902 h 4705763"/>
              <a:gd name="connsiteX42" fmla="*/ 1016158 w 1825371"/>
              <a:gd name="connsiteY42" fmla="*/ 1097041 h 4705763"/>
              <a:gd name="connsiteX43" fmla="*/ 1055513 w 1825371"/>
              <a:gd name="connsiteY43" fmla="*/ 1078055 h 4705763"/>
              <a:gd name="connsiteX44" fmla="*/ 1097628 w 1825371"/>
              <a:gd name="connsiteY44" fmla="*/ 1104290 h 4705763"/>
              <a:gd name="connsiteX45" fmla="*/ 1115579 w 1825371"/>
              <a:gd name="connsiteY45" fmla="*/ 1107743 h 4705763"/>
              <a:gd name="connsiteX46" fmla="*/ 1177026 w 1825371"/>
              <a:gd name="connsiteY46" fmla="*/ 1087375 h 4705763"/>
              <a:gd name="connsiteX47" fmla="*/ 1179787 w 1825371"/>
              <a:gd name="connsiteY47" fmla="*/ 1073913 h 4705763"/>
              <a:gd name="connsiteX48" fmla="*/ 1135255 w 1825371"/>
              <a:gd name="connsiteY48" fmla="*/ 1041117 h 4705763"/>
              <a:gd name="connsiteX49" fmla="*/ 939868 w 1825371"/>
              <a:gd name="connsiteY49" fmla="*/ 883702 h 4705763"/>
              <a:gd name="connsiteX50" fmla="*/ 549783 w 1825371"/>
              <a:gd name="connsiteY50" fmla="*/ 496379 h 4705763"/>
              <a:gd name="connsiteX51" fmla="*/ 40947 w 1825371"/>
              <a:gd name="connsiteY51" fmla="*/ 48990 h 4705763"/>
              <a:gd name="connsiteX52" fmla="*/ 5735 w 1825371"/>
              <a:gd name="connsiteY52" fmla="*/ 17231 h 4705763"/>
              <a:gd name="connsiteX53" fmla="*/ 902 w 1825371"/>
              <a:gd name="connsiteY53" fmla="*/ 4114 h 4705763"/>
              <a:gd name="connsiteX54" fmla="*/ 15747 w 1825371"/>
              <a:gd name="connsiteY54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125245 w 1825371"/>
              <a:gd name="connsiteY36" fmla="*/ 1293464 h 4705763"/>
              <a:gd name="connsiteX37" fmla="*/ 1096247 w 1825371"/>
              <a:gd name="connsiteY37" fmla="*/ 1270681 h 4705763"/>
              <a:gd name="connsiteX38" fmla="*/ 984400 w 1825371"/>
              <a:gd name="connsiteY38" fmla="*/ 1242374 h 4705763"/>
              <a:gd name="connsiteX39" fmla="*/ 977149 w 1825371"/>
              <a:gd name="connsiteY39" fmla="*/ 1225458 h 4705763"/>
              <a:gd name="connsiteX40" fmla="*/ 983019 w 1825371"/>
              <a:gd name="connsiteY40" fmla="*/ 1189902 h 4705763"/>
              <a:gd name="connsiteX41" fmla="*/ 1016158 w 1825371"/>
              <a:gd name="connsiteY41" fmla="*/ 1097041 h 4705763"/>
              <a:gd name="connsiteX42" fmla="*/ 1055513 w 1825371"/>
              <a:gd name="connsiteY42" fmla="*/ 1078055 h 4705763"/>
              <a:gd name="connsiteX43" fmla="*/ 1097628 w 1825371"/>
              <a:gd name="connsiteY43" fmla="*/ 1104290 h 4705763"/>
              <a:gd name="connsiteX44" fmla="*/ 1115579 w 1825371"/>
              <a:gd name="connsiteY44" fmla="*/ 1107743 h 4705763"/>
              <a:gd name="connsiteX45" fmla="*/ 1177026 w 1825371"/>
              <a:gd name="connsiteY45" fmla="*/ 1087375 h 4705763"/>
              <a:gd name="connsiteX46" fmla="*/ 1179787 w 1825371"/>
              <a:gd name="connsiteY46" fmla="*/ 1073913 h 4705763"/>
              <a:gd name="connsiteX47" fmla="*/ 1135255 w 1825371"/>
              <a:gd name="connsiteY47" fmla="*/ 1041117 h 4705763"/>
              <a:gd name="connsiteX48" fmla="*/ 939868 w 1825371"/>
              <a:gd name="connsiteY48" fmla="*/ 883702 h 4705763"/>
              <a:gd name="connsiteX49" fmla="*/ 549783 w 1825371"/>
              <a:gd name="connsiteY49" fmla="*/ 496379 h 4705763"/>
              <a:gd name="connsiteX50" fmla="*/ 40947 w 1825371"/>
              <a:gd name="connsiteY50" fmla="*/ 48990 h 4705763"/>
              <a:gd name="connsiteX51" fmla="*/ 5735 w 1825371"/>
              <a:gd name="connsiteY51" fmla="*/ 17231 h 4705763"/>
              <a:gd name="connsiteX52" fmla="*/ 902 w 1825371"/>
              <a:gd name="connsiteY52" fmla="*/ 4114 h 4705763"/>
              <a:gd name="connsiteX53" fmla="*/ 15747 w 1825371"/>
              <a:gd name="connsiteY53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125245 w 1825371"/>
              <a:gd name="connsiteY35" fmla="*/ 1293464 h 4705763"/>
              <a:gd name="connsiteX36" fmla="*/ 1096247 w 1825371"/>
              <a:gd name="connsiteY36" fmla="*/ 1270681 h 4705763"/>
              <a:gd name="connsiteX37" fmla="*/ 984400 w 1825371"/>
              <a:gd name="connsiteY37" fmla="*/ 1242374 h 4705763"/>
              <a:gd name="connsiteX38" fmla="*/ 977149 w 1825371"/>
              <a:gd name="connsiteY38" fmla="*/ 1225458 h 4705763"/>
              <a:gd name="connsiteX39" fmla="*/ 983019 w 1825371"/>
              <a:gd name="connsiteY39" fmla="*/ 1189902 h 4705763"/>
              <a:gd name="connsiteX40" fmla="*/ 1016158 w 1825371"/>
              <a:gd name="connsiteY40" fmla="*/ 1097041 h 4705763"/>
              <a:gd name="connsiteX41" fmla="*/ 1055513 w 1825371"/>
              <a:gd name="connsiteY41" fmla="*/ 1078055 h 4705763"/>
              <a:gd name="connsiteX42" fmla="*/ 1097628 w 1825371"/>
              <a:gd name="connsiteY42" fmla="*/ 1104290 h 4705763"/>
              <a:gd name="connsiteX43" fmla="*/ 1115579 w 1825371"/>
              <a:gd name="connsiteY43" fmla="*/ 1107743 h 4705763"/>
              <a:gd name="connsiteX44" fmla="*/ 1177026 w 1825371"/>
              <a:gd name="connsiteY44" fmla="*/ 1087375 h 4705763"/>
              <a:gd name="connsiteX45" fmla="*/ 1179787 w 1825371"/>
              <a:gd name="connsiteY45" fmla="*/ 1073913 h 4705763"/>
              <a:gd name="connsiteX46" fmla="*/ 1135255 w 1825371"/>
              <a:gd name="connsiteY46" fmla="*/ 1041117 h 4705763"/>
              <a:gd name="connsiteX47" fmla="*/ 939868 w 1825371"/>
              <a:gd name="connsiteY47" fmla="*/ 883702 h 4705763"/>
              <a:gd name="connsiteX48" fmla="*/ 549783 w 1825371"/>
              <a:gd name="connsiteY48" fmla="*/ 496379 h 4705763"/>
              <a:gd name="connsiteX49" fmla="*/ 40947 w 1825371"/>
              <a:gd name="connsiteY49" fmla="*/ 48990 h 4705763"/>
              <a:gd name="connsiteX50" fmla="*/ 5735 w 1825371"/>
              <a:gd name="connsiteY50" fmla="*/ 17231 h 4705763"/>
              <a:gd name="connsiteX51" fmla="*/ 902 w 1825371"/>
              <a:gd name="connsiteY51" fmla="*/ 4114 h 4705763"/>
              <a:gd name="connsiteX52" fmla="*/ 15747 w 1825371"/>
              <a:gd name="connsiteY52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125245 w 1825371"/>
              <a:gd name="connsiteY34" fmla="*/ 1293464 h 4705763"/>
              <a:gd name="connsiteX35" fmla="*/ 1096247 w 1825371"/>
              <a:gd name="connsiteY35" fmla="*/ 1270681 h 4705763"/>
              <a:gd name="connsiteX36" fmla="*/ 984400 w 1825371"/>
              <a:gd name="connsiteY36" fmla="*/ 1242374 h 4705763"/>
              <a:gd name="connsiteX37" fmla="*/ 977149 w 1825371"/>
              <a:gd name="connsiteY37" fmla="*/ 1225458 h 4705763"/>
              <a:gd name="connsiteX38" fmla="*/ 983019 w 1825371"/>
              <a:gd name="connsiteY38" fmla="*/ 1189902 h 4705763"/>
              <a:gd name="connsiteX39" fmla="*/ 1016158 w 1825371"/>
              <a:gd name="connsiteY39" fmla="*/ 1097041 h 4705763"/>
              <a:gd name="connsiteX40" fmla="*/ 1055513 w 1825371"/>
              <a:gd name="connsiteY40" fmla="*/ 1078055 h 4705763"/>
              <a:gd name="connsiteX41" fmla="*/ 1097628 w 1825371"/>
              <a:gd name="connsiteY41" fmla="*/ 1104290 h 4705763"/>
              <a:gd name="connsiteX42" fmla="*/ 1115579 w 1825371"/>
              <a:gd name="connsiteY42" fmla="*/ 1107743 h 4705763"/>
              <a:gd name="connsiteX43" fmla="*/ 1177026 w 1825371"/>
              <a:gd name="connsiteY43" fmla="*/ 1087375 h 4705763"/>
              <a:gd name="connsiteX44" fmla="*/ 1179787 w 1825371"/>
              <a:gd name="connsiteY44" fmla="*/ 1073913 h 4705763"/>
              <a:gd name="connsiteX45" fmla="*/ 1135255 w 1825371"/>
              <a:gd name="connsiteY45" fmla="*/ 1041117 h 4705763"/>
              <a:gd name="connsiteX46" fmla="*/ 939868 w 1825371"/>
              <a:gd name="connsiteY46" fmla="*/ 883702 h 4705763"/>
              <a:gd name="connsiteX47" fmla="*/ 549783 w 1825371"/>
              <a:gd name="connsiteY47" fmla="*/ 496379 h 4705763"/>
              <a:gd name="connsiteX48" fmla="*/ 40947 w 1825371"/>
              <a:gd name="connsiteY48" fmla="*/ 48990 h 4705763"/>
              <a:gd name="connsiteX49" fmla="*/ 5735 w 1825371"/>
              <a:gd name="connsiteY49" fmla="*/ 17231 h 4705763"/>
              <a:gd name="connsiteX50" fmla="*/ 902 w 1825371"/>
              <a:gd name="connsiteY50" fmla="*/ 4114 h 4705763"/>
              <a:gd name="connsiteX51" fmla="*/ 15747 w 1825371"/>
              <a:gd name="connsiteY51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125245 w 1825371"/>
              <a:gd name="connsiteY33" fmla="*/ 1293464 h 4705763"/>
              <a:gd name="connsiteX34" fmla="*/ 1096247 w 1825371"/>
              <a:gd name="connsiteY34" fmla="*/ 1270681 h 4705763"/>
              <a:gd name="connsiteX35" fmla="*/ 984400 w 1825371"/>
              <a:gd name="connsiteY35" fmla="*/ 1242374 h 4705763"/>
              <a:gd name="connsiteX36" fmla="*/ 977149 w 1825371"/>
              <a:gd name="connsiteY36" fmla="*/ 1225458 h 4705763"/>
              <a:gd name="connsiteX37" fmla="*/ 983019 w 1825371"/>
              <a:gd name="connsiteY37" fmla="*/ 1189902 h 4705763"/>
              <a:gd name="connsiteX38" fmla="*/ 1016158 w 1825371"/>
              <a:gd name="connsiteY38" fmla="*/ 1097041 h 4705763"/>
              <a:gd name="connsiteX39" fmla="*/ 1055513 w 1825371"/>
              <a:gd name="connsiteY39" fmla="*/ 1078055 h 4705763"/>
              <a:gd name="connsiteX40" fmla="*/ 1097628 w 1825371"/>
              <a:gd name="connsiteY40" fmla="*/ 1104290 h 4705763"/>
              <a:gd name="connsiteX41" fmla="*/ 1115579 w 1825371"/>
              <a:gd name="connsiteY41" fmla="*/ 1107743 h 4705763"/>
              <a:gd name="connsiteX42" fmla="*/ 1177026 w 1825371"/>
              <a:gd name="connsiteY42" fmla="*/ 1087375 h 4705763"/>
              <a:gd name="connsiteX43" fmla="*/ 1179787 w 1825371"/>
              <a:gd name="connsiteY43" fmla="*/ 1073913 h 4705763"/>
              <a:gd name="connsiteX44" fmla="*/ 1135255 w 1825371"/>
              <a:gd name="connsiteY44" fmla="*/ 1041117 h 4705763"/>
              <a:gd name="connsiteX45" fmla="*/ 939868 w 1825371"/>
              <a:gd name="connsiteY45" fmla="*/ 883702 h 4705763"/>
              <a:gd name="connsiteX46" fmla="*/ 549783 w 1825371"/>
              <a:gd name="connsiteY46" fmla="*/ 496379 h 4705763"/>
              <a:gd name="connsiteX47" fmla="*/ 40947 w 1825371"/>
              <a:gd name="connsiteY47" fmla="*/ 48990 h 4705763"/>
              <a:gd name="connsiteX48" fmla="*/ 5735 w 1825371"/>
              <a:gd name="connsiteY48" fmla="*/ 17231 h 4705763"/>
              <a:gd name="connsiteX49" fmla="*/ 902 w 1825371"/>
              <a:gd name="connsiteY49" fmla="*/ 4114 h 4705763"/>
              <a:gd name="connsiteX50" fmla="*/ 15747 w 1825371"/>
              <a:gd name="connsiteY50" fmla="*/ 1352 h 4705763"/>
              <a:gd name="connsiteX0" fmla="*/ 15747 w 1825371"/>
              <a:gd name="connsiteY0" fmla="*/ 1352 h 4685667"/>
              <a:gd name="connsiteX1" fmla="*/ 83062 w 1825371"/>
              <a:gd name="connsiteY1" fmla="*/ 34837 h 4685667"/>
              <a:gd name="connsiteX2" fmla="*/ 961270 w 1825371"/>
              <a:gd name="connsiteY2" fmla="*/ 755975 h 4685667"/>
              <a:gd name="connsiteX3" fmla="*/ 1239162 w 1825371"/>
              <a:gd name="connsiteY3" fmla="*/ 1001764 h 4685667"/>
              <a:gd name="connsiteX4" fmla="*/ 1276445 w 1825371"/>
              <a:gd name="connsiteY4" fmla="*/ 1025928 h 4685667"/>
              <a:gd name="connsiteX5" fmla="*/ 1316489 w 1825371"/>
              <a:gd name="connsiteY5" fmla="*/ 1009704 h 4685667"/>
              <a:gd name="connsiteX6" fmla="*/ 1345141 w 1825371"/>
              <a:gd name="connsiteY6" fmla="*/ 948602 h 4685667"/>
              <a:gd name="connsiteX7" fmla="*/ 1407624 w 1825371"/>
              <a:gd name="connsiteY7" fmla="*/ 869894 h 4685667"/>
              <a:gd name="connsiteX8" fmla="*/ 1749379 w 1825371"/>
              <a:gd name="connsiteY8" fmla="*/ 590967 h 4685667"/>
              <a:gd name="connsiteX9" fmla="*/ 1808066 w 1825371"/>
              <a:gd name="connsiteY9" fmla="*/ 545399 h 4685667"/>
              <a:gd name="connsiteX10" fmla="*/ 1825326 w 1825371"/>
              <a:gd name="connsiteY10" fmla="*/ 554375 h 4685667"/>
              <a:gd name="connsiteX11" fmla="*/ 1811172 w 1825371"/>
              <a:gd name="connsiteY11" fmla="*/ 590277 h 4685667"/>
              <a:gd name="connsiteX12" fmla="*/ 1721073 w 1825371"/>
              <a:gd name="connsiteY12" fmla="*/ 698326 h 4685667"/>
              <a:gd name="connsiteX13" fmla="*/ 1385877 w 1825371"/>
              <a:gd name="connsiteY13" fmla="*/ 1068389 h 4685667"/>
              <a:gd name="connsiteX14" fmla="*/ 1376211 w 1825371"/>
              <a:gd name="connsiteY14" fmla="*/ 1098421 h 4685667"/>
              <a:gd name="connsiteX15" fmla="*/ 1361366 w 1825371"/>
              <a:gd name="connsiteY15" fmla="*/ 1135359 h 4685667"/>
              <a:gd name="connsiteX16" fmla="*/ 1355153 w 1825371"/>
              <a:gd name="connsiteY16" fmla="*/ 1169879 h 4685667"/>
              <a:gd name="connsiteX17" fmla="*/ 1409696 w 1825371"/>
              <a:gd name="connsiteY17" fmla="*/ 1384253 h 4685667"/>
              <a:gd name="connsiteX18" fmla="*/ 1524994 w 1825371"/>
              <a:gd name="connsiteY18" fmla="*/ 1739817 h 4685667"/>
              <a:gd name="connsiteX19" fmla="*/ 1659971 w 1825371"/>
              <a:gd name="connsiteY19" fmla="*/ 2199288 h 4685667"/>
              <a:gd name="connsiteX20" fmla="*/ 1782864 w 1825371"/>
              <a:gd name="connsiteY20" fmla="*/ 2697077 h 4685667"/>
              <a:gd name="connsiteX21" fmla="*/ 1794257 w 1825371"/>
              <a:gd name="connsiteY21" fmla="*/ 2767845 h 4685667"/>
              <a:gd name="connsiteX22" fmla="*/ 1791840 w 1825371"/>
              <a:gd name="connsiteY22" fmla="*/ 2778202 h 4685667"/>
              <a:gd name="connsiteX23" fmla="*/ 1784245 w 1825371"/>
              <a:gd name="connsiteY23" fmla="*/ 2770607 h 4685667"/>
              <a:gd name="connsiteX24" fmla="*/ 1746617 w 1825371"/>
              <a:gd name="connsiteY24" fmla="*/ 2660831 h 4685667"/>
              <a:gd name="connsiteX25" fmla="*/ 1513602 w 1825371"/>
              <a:gd name="connsiteY25" fmla="*/ 1875484 h 4685667"/>
              <a:gd name="connsiteX26" fmla="*/ 1297158 w 1825371"/>
              <a:gd name="connsiteY26" fmla="*/ 1267919 h 4685667"/>
              <a:gd name="connsiteX27" fmla="*/ 1275064 w 1825371"/>
              <a:gd name="connsiteY27" fmla="*/ 1217173 h 4685667"/>
              <a:gd name="connsiteX28" fmla="*/ 1248483 w 1825371"/>
              <a:gd name="connsiteY28" fmla="*/ 1193353 h 4685667"/>
              <a:gd name="connsiteX29" fmla="*/ 1232949 w 1825371"/>
              <a:gd name="connsiteY29" fmla="*/ 1222351 h 4685667"/>
              <a:gd name="connsiteX30" fmla="*/ 1230877 w 1825371"/>
              <a:gd name="connsiteY30" fmla="*/ 1283108 h 4685667"/>
              <a:gd name="connsiteX31" fmla="*/ 1297493 w 1825371"/>
              <a:gd name="connsiteY31" fmla="*/ 4685667 h 4685667"/>
              <a:gd name="connsiteX32" fmla="*/ 978613 w 1825371"/>
              <a:gd name="connsiteY32" fmla="*/ 4685667 h 4685667"/>
              <a:gd name="connsiteX33" fmla="*/ 1125245 w 1825371"/>
              <a:gd name="connsiteY33" fmla="*/ 1293464 h 4685667"/>
              <a:gd name="connsiteX34" fmla="*/ 1096247 w 1825371"/>
              <a:gd name="connsiteY34" fmla="*/ 1270681 h 4685667"/>
              <a:gd name="connsiteX35" fmla="*/ 984400 w 1825371"/>
              <a:gd name="connsiteY35" fmla="*/ 1242374 h 4685667"/>
              <a:gd name="connsiteX36" fmla="*/ 977149 w 1825371"/>
              <a:gd name="connsiteY36" fmla="*/ 1225458 h 4685667"/>
              <a:gd name="connsiteX37" fmla="*/ 983019 w 1825371"/>
              <a:gd name="connsiteY37" fmla="*/ 1189902 h 4685667"/>
              <a:gd name="connsiteX38" fmla="*/ 1016158 w 1825371"/>
              <a:gd name="connsiteY38" fmla="*/ 1097041 h 4685667"/>
              <a:gd name="connsiteX39" fmla="*/ 1055513 w 1825371"/>
              <a:gd name="connsiteY39" fmla="*/ 1078055 h 4685667"/>
              <a:gd name="connsiteX40" fmla="*/ 1097628 w 1825371"/>
              <a:gd name="connsiteY40" fmla="*/ 1104290 h 4685667"/>
              <a:gd name="connsiteX41" fmla="*/ 1115579 w 1825371"/>
              <a:gd name="connsiteY41" fmla="*/ 1107743 h 4685667"/>
              <a:gd name="connsiteX42" fmla="*/ 1177026 w 1825371"/>
              <a:gd name="connsiteY42" fmla="*/ 1087375 h 4685667"/>
              <a:gd name="connsiteX43" fmla="*/ 1179787 w 1825371"/>
              <a:gd name="connsiteY43" fmla="*/ 1073913 h 4685667"/>
              <a:gd name="connsiteX44" fmla="*/ 1135255 w 1825371"/>
              <a:gd name="connsiteY44" fmla="*/ 1041117 h 4685667"/>
              <a:gd name="connsiteX45" fmla="*/ 939868 w 1825371"/>
              <a:gd name="connsiteY45" fmla="*/ 883702 h 4685667"/>
              <a:gd name="connsiteX46" fmla="*/ 549783 w 1825371"/>
              <a:gd name="connsiteY46" fmla="*/ 496379 h 4685667"/>
              <a:gd name="connsiteX47" fmla="*/ 40947 w 1825371"/>
              <a:gd name="connsiteY47" fmla="*/ 48990 h 4685667"/>
              <a:gd name="connsiteX48" fmla="*/ 5735 w 1825371"/>
              <a:gd name="connsiteY48" fmla="*/ 17231 h 4685667"/>
              <a:gd name="connsiteX49" fmla="*/ 902 w 1825371"/>
              <a:gd name="connsiteY49" fmla="*/ 4114 h 4685667"/>
              <a:gd name="connsiteX50" fmla="*/ 15747 w 1825371"/>
              <a:gd name="connsiteY50" fmla="*/ 1352 h 4685667"/>
              <a:gd name="connsiteX0" fmla="*/ 15747 w 1825371"/>
              <a:gd name="connsiteY0" fmla="*/ 1352 h 4685667"/>
              <a:gd name="connsiteX1" fmla="*/ 83062 w 1825371"/>
              <a:gd name="connsiteY1" fmla="*/ 34837 h 4685667"/>
              <a:gd name="connsiteX2" fmla="*/ 961270 w 1825371"/>
              <a:gd name="connsiteY2" fmla="*/ 755975 h 4685667"/>
              <a:gd name="connsiteX3" fmla="*/ 1239162 w 1825371"/>
              <a:gd name="connsiteY3" fmla="*/ 1001764 h 4685667"/>
              <a:gd name="connsiteX4" fmla="*/ 1276445 w 1825371"/>
              <a:gd name="connsiteY4" fmla="*/ 1025928 h 4685667"/>
              <a:gd name="connsiteX5" fmla="*/ 1316489 w 1825371"/>
              <a:gd name="connsiteY5" fmla="*/ 1009704 h 4685667"/>
              <a:gd name="connsiteX6" fmla="*/ 1345141 w 1825371"/>
              <a:gd name="connsiteY6" fmla="*/ 948602 h 4685667"/>
              <a:gd name="connsiteX7" fmla="*/ 1407624 w 1825371"/>
              <a:gd name="connsiteY7" fmla="*/ 869894 h 4685667"/>
              <a:gd name="connsiteX8" fmla="*/ 1749379 w 1825371"/>
              <a:gd name="connsiteY8" fmla="*/ 590967 h 4685667"/>
              <a:gd name="connsiteX9" fmla="*/ 1808066 w 1825371"/>
              <a:gd name="connsiteY9" fmla="*/ 545399 h 4685667"/>
              <a:gd name="connsiteX10" fmla="*/ 1825326 w 1825371"/>
              <a:gd name="connsiteY10" fmla="*/ 554375 h 4685667"/>
              <a:gd name="connsiteX11" fmla="*/ 1811172 w 1825371"/>
              <a:gd name="connsiteY11" fmla="*/ 590277 h 4685667"/>
              <a:gd name="connsiteX12" fmla="*/ 1721073 w 1825371"/>
              <a:gd name="connsiteY12" fmla="*/ 698326 h 4685667"/>
              <a:gd name="connsiteX13" fmla="*/ 1385877 w 1825371"/>
              <a:gd name="connsiteY13" fmla="*/ 1068389 h 4685667"/>
              <a:gd name="connsiteX14" fmla="*/ 1376211 w 1825371"/>
              <a:gd name="connsiteY14" fmla="*/ 1098421 h 4685667"/>
              <a:gd name="connsiteX15" fmla="*/ 1361366 w 1825371"/>
              <a:gd name="connsiteY15" fmla="*/ 1135359 h 4685667"/>
              <a:gd name="connsiteX16" fmla="*/ 1355153 w 1825371"/>
              <a:gd name="connsiteY16" fmla="*/ 1169879 h 4685667"/>
              <a:gd name="connsiteX17" fmla="*/ 1409696 w 1825371"/>
              <a:gd name="connsiteY17" fmla="*/ 1384253 h 4685667"/>
              <a:gd name="connsiteX18" fmla="*/ 1524994 w 1825371"/>
              <a:gd name="connsiteY18" fmla="*/ 1739817 h 4685667"/>
              <a:gd name="connsiteX19" fmla="*/ 1659971 w 1825371"/>
              <a:gd name="connsiteY19" fmla="*/ 2199288 h 4685667"/>
              <a:gd name="connsiteX20" fmla="*/ 1782864 w 1825371"/>
              <a:gd name="connsiteY20" fmla="*/ 2697077 h 4685667"/>
              <a:gd name="connsiteX21" fmla="*/ 1794257 w 1825371"/>
              <a:gd name="connsiteY21" fmla="*/ 2767845 h 4685667"/>
              <a:gd name="connsiteX22" fmla="*/ 1791840 w 1825371"/>
              <a:gd name="connsiteY22" fmla="*/ 2778202 h 4685667"/>
              <a:gd name="connsiteX23" fmla="*/ 1784245 w 1825371"/>
              <a:gd name="connsiteY23" fmla="*/ 2770607 h 4685667"/>
              <a:gd name="connsiteX24" fmla="*/ 1746617 w 1825371"/>
              <a:gd name="connsiteY24" fmla="*/ 2660831 h 4685667"/>
              <a:gd name="connsiteX25" fmla="*/ 1513602 w 1825371"/>
              <a:gd name="connsiteY25" fmla="*/ 1875484 h 4685667"/>
              <a:gd name="connsiteX26" fmla="*/ 1297158 w 1825371"/>
              <a:gd name="connsiteY26" fmla="*/ 1267919 h 4685667"/>
              <a:gd name="connsiteX27" fmla="*/ 1275064 w 1825371"/>
              <a:gd name="connsiteY27" fmla="*/ 1217173 h 4685667"/>
              <a:gd name="connsiteX28" fmla="*/ 1248483 w 1825371"/>
              <a:gd name="connsiteY28" fmla="*/ 1193353 h 4685667"/>
              <a:gd name="connsiteX29" fmla="*/ 1232949 w 1825371"/>
              <a:gd name="connsiteY29" fmla="*/ 1222351 h 4685667"/>
              <a:gd name="connsiteX30" fmla="*/ 1230877 w 1825371"/>
              <a:gd name="connsiteY30" fmla="*/ 1283108 h 4685667"/>
              <a:gd name="connsiteX31" fmla="*/ 1217106 w 1825371"/>
              <a:gd name="connsiteY31" fmla="*/ 4685667 h 4685667"/>
              <a:gd name="connsiteX32" fmla="*/ 978613 w 1825371"/>
              <a:gd name="connsiteY32" fmla="*/ 4685667 h 4685667"/>
              <a:gd name="connsiteX33" fmla="*/ 1125245 w 1825371"/>
              <a:gd name="connsiteY33" fmla="*/ 1293464 h 4685667"/>
              <a:gd name="connsiteX34" fmla="*/ 1096247 w 1825371"/>
              <a:gd name="connsiteY34" fmla="*/ 1270681 h 4685667"/>
              <a:gd name="connsiteX35" fmla="*/ 984400 w 1825371"/>
              <a:gd name="connsiteY35" fmla="*/ 1242374 h 4685667"/>
              <a:gd name="connsiteX36" fmla="*/ 977149 w 1825371"/>
              <a:gd name="connsiteY36" fmla="*/ 1225458 h 4685667"/>
              <a:gd name="connsiteX37" fmla="*/ 983019 w 1825371"/>
              <a:gd name="connsiteY37" fmla="*/ 1189902 h 4685667"/>
              <a:gd name="connsiteX38" fmla="*/ 1016158 w 1825371"/>
              <a:gd name="connsiteY38" fmla="*/ 1097041 h 4685667"/>
              <a:gd name="connsiteX39" fmla="*/ 1055513 w 1825371"/>
              <a:gd name="connsiteY39" fmla="*/ 1078055 h 4685667"/>
              <a:gd name="connsiteX40" fmla="*/ 1097628 w 1825371"/>
              <a:gd name="connsiteY40" fmla="*/ 1104290 h 4685667"/>
              <a:gd name="connsiteX41" fmla="*/ 1115579 w 1825371"/>
              <a:gd name="connsiteY41" fmla="*/ 1107743 h 4685667"/>
              <a:gd name="connsiteX42" fmla="*/ 1177026 w 1825371"/>
              <a:gd name="connsiteY42" fmla="*/ 1087375 h 4685667"/>
              <a:gd name="connsiteX43" fmla="*/ 1179787 w 1825371"/>
              <a:gd name="connsiteY43" fmla="*/ 1073913 h 4685667"/>
              <a:gd name="connsiteX44" fmla="*/ 1135255 w 1825371"/>
              <a:gd name="connsiteY44" fmla="*/ 1041117 h 4685667"/>
              <a:gd name="connsiteX45" fmla="*/ 939868 w 1825371"/>
              <a:gd name="connsiteY45" fmla="*/ 883702 h 4685667"/>
              <a:gd name="connsiteX46" fmla="*/ 549783 w 1825371"/>
              <a:gd name="connsiteY46" fmla="*/ 496379 h 4685667"/>
              <a:gd name="connsiteX47" fmla="*/ 40947 w 1825371"/>
              <a:gd name="connsiteY47" fmla="*/ 48990 h 4685667"/>
              <a:gd name="connsiteX48" fmla="*/ 5735 w 1825371"/>
              <a:gd name="connsiteY48" fmla="*/ 17231 h 4685667"/>
              <a:gd name="connsiteX49" fmla="*/ 902 w 1825371"/>
              <a:gd name="connsiteY49" fmla="*/ 4114 h 4685667"/>
              <a:gd name="connsiteX50" fmla="*/ 15747 w 1825371"/>
              <a:gd name="connsiteY50" fmla="*/ 1352 h 4685667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78613 w 1825371"/>
              <a:gd name="connsiteY32" fmla="*/ 4685667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98710 w 1825371"/>
              <a:gd name="connsiteY32" fmla="*/ 4695715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98710 w 1825371"/>
              <a:gd name="connsiteY32" fmla="*/ 4695715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825371" h="4705764">
                <a:moveTo>
                  <a:pt x="15747" y="1352"/>
                </a:moveTo>
                <a:cubicBezTo>
                  <a:pt x="40601" y="7565"/>
                  <a:pt x="63040" y="19648"/>
                  <a:pt x="83062" y="34837"/>
                </a:cubicBezTo>
                <a:cubicBezTo>
                  <a:pt x="383392" y="265435"/>
                  <a:pt x="679236" y="502594"/>
                  <a:pt x="961270" y="755975"/>
                </a:cubicBezTo>
                <a:cubicBezTo>
                  <a:pt x="1053096" y="838826"/>
                  <a:pt x="1146302" y="919949"/>
                  <a:pt x="1239162" y="1001764"/>
                </a:cubicBezTo>
                <a:cubicBezTo>
                  <a:pt x="1250209" y="1011775"/>
                  <a:pt x="1262636" y="1020060"/>
                  <a:pt x="1276445" y="1025928"/>
                </a:cubicBezTo>
                <a:cubicBezTo>
                  <a:pt x="1296466" y="1034213"/>
                  <a:pt x="1308204" y="1030070"/>
                  <a:pt x="1316489" y="1009704"/>
                </a:cubicBezTo>
                <a:cubicBezTo>
                  <a:pt x="1325119" y="988991"/>
                  <a:pt x="1335821" y="968968"/>
                  <a:pt x="1345141" y="948602"/>
                </a:cubicBezTo>
                <a:cubicBezTo>
                  <a:pt x="1359640" y="917188"/>
                  <a:pt x="1382079" y="892679"/>
                  <a:pt x="1407624" y="869894"/>
                </a:cubicBezTo>
                <a:cubicBezTo>
                  <a:pt x="1517055" y="771511"/>
                  <a:pt x="1634081" y="682447"/>
                  <a:pt x="1749379" y="590967"/>
                </a:cubicBezTo>
                <a:cubicBezTo>
                  <a:pt x="1768711" y="575432"/>
                  <a:pt x="1788043" y="559898"/>
                  <a:pt x="1808066" y="545399"/>
                </a:cubicBezTo>
                <a:cubicBezTo>
                  <a:pt x="1819802" y="536769"/>
                  <a:pt x="1824634" y="539875"/>
                  <a:pt x="1825326" y="554375"/>
                </a:cubicBezTo>
                <a:cubicBezTo>
                  <a:pt x="1826015" y="568528"/>
                  <a:pt x="1818766" y="579575"/>
                  <a:pt x="1811172" y="590277"/>
                </a:cubicBezTo>
                <a:cubicBezTo>
                  <a:pt x="1783900" y="628594"/>
                  <a:pt x="1751451" y="662770"/>
                  <a:pt x="1721073" y="698326"/>
                </a:cubicBezTo>
                <a:cubicBezTo>
                  <a:pt x="1613023" y="825017"/>
                  <a:pt x="1503592" y="950328"/>
                  <a:pt x="1385877" y="1068389"/>
                </a:cubicBezTo>
                <a:cubicBezTo>
                  <a:pt x="1376900" y="1077364"/>
                  <a:pt x="1378626" y="1088411"/>
                  <a:pt x="1376211" y="1098421"/>
                </a:cubicBezTo>
                <a:cubicBezTo>
                  <a:pt x="1373449" y="1111885"/>
                  <a:pt x="1370342" y="1124658"/>
                  <a:pt x="1361366" y="1135359"/>
                </a:cubicBezTo>
                <a:cubicBezTo>
                  <a:pt x="1352736" y="1145370"/>
                  <a:pt x="1352736" y="1157798"/>
                  <a:pt x="1355153" y="1169879"/>
                </a:cubicBezTo>
                <a:cubicBezTo>
                  <a:pt x="1369651" y="1242374"/>
                  <a:pt x="1391054" y="1312796"/>
                  <a:pt x="1409696" y="1384253"/>
                </a:cubicBezTo>
                <a:cubicBezTo>
                  <a:pt x="1440764" y="1505076"/>
                  <a:pt x="1484260" y="1622102"/>
                  <a:pt x="1524994" y="1739817"/>
                </a:cubicBezTo>
                <a:cubicBezTo>
                  <a:pt x="1577466" y="1890674"/>
                  <a:pt x="1615785" y="2046016"/>
                  <a:pt x="1659971" y="2199288"/>
                </a:cubicBezTo>
                <a:cubicBezTo>
                  <a:pt x="1707264" y="2363607"/>
                  <a:pt x="1746273" y="2529998"/>
                  <a:pt x="1782864" y="2697077"/>
                </a:cubicBezTo>
                <a:cubicBezTo>
                  <a:pt x="1788043" y="2720207"/>
                  <a:pt x="1790460" y="2744026"/>
                  <a:pt x="1794257" y="2767845"/>
                </a:cubicBezTo>
                <a:cubicBezTo>
                  <a:pt x="1794947" y="2771643"/>
                  <a:pt x="1797364" y="2776822"/>
                  <a:pt x="1791840" y="2778202"/>
                </a:cubicBezTo>
                <a:cubicBezTo>
                  <a:pt x="1786662" y="2779583"/>
                  <a:pt x="1785626" y="2774405"/>
                  <a:pt x="1784245" y="2770607"/>
                </a:cubicBezTo>
                <a:cubicBezTo>
                  <a:pt x="1770437" y="2734360"/>
                  <a:pt x="1756975" y="2698113"/>
                  <a:pt x="1746617" y="2660831"/>
                </a:cubicBezTo>
                <a:cubicBezTo>
                  <a:pt x="1673779" y="2397784"/>
                  <a:pt x="1595762" y="2136116"/>
                  <a:pt x="1513602" y="1875484"/>
                </a:cubicBezTo>
                <a:cubicBezTo>
                  <a:pt x="1448704" y="1670431"/>
                  <a:pt x="1380007" y="1466759"/>
                  <a:pt x="1297158" y="1267919"/>
                </a:cubicBezTo>
                <a:cubicBezTo>
                  <a:pt x="1289909" y="1251004"/>
                  <a:pt x="1282659" y="1234089"/>
                  <a:pt x="1275064" y="1217173"/>
                </a:cubicBezTo>
                <a:cubicBezTo>
                  <a:pt x="1269541" y="1205436"/>
                  <a:pt x="1260911" y="1191628"/>
                  <a:pt x="1248483" y="1193353"/>
                </a:cubicBezTo>
                <a:cubicBezTo>
                  <a:pt x="1238128" y="1194734"/>
                  <a:pt x="1235711" y="1211649"/>
                  <a:pt x="1232949" y="1222351"/>
                </a:cubicBezTo>
                <a:cubicBezTo>
                  <a:pt x="1228115" y="1242374"/>
                  <a:pt x="1229843" y="1262740"/>
                  <a:pt x="1230877" y="1283108"/>
                </a:cubicBezTo>
                <a:cubicBezTo>
                  <a:pt x="1226287" y="2417294"/>
                  <a:pt x="1231744" y="3571578"/>
                  <a:pt x="1227154" y="4705764"/>
                </a:cubicBezTo>
                <a:lnTo>
                  <a:pt x="998710" y="4695715"/>
                </a:lnTo>
                <a:cubicBezTo>
                  <a:pt x="1020244" y="4110251"/>
                  <a:pt x="1098940" y="1865978"/>
                  <a:pt x="1125245" y="1293464"/>
                </a:cubicBezTo>
                <a:cubicBezTo>
                  <a:pt x="1126970" y="1262740"/>
                  <a:pt x="1124553" y="1258943"/>
                  <a:pt x="1096247" y="1270681"/>
                </a:cubicBezTo>
                <a:cubicBezTo>
                  <a:pt x="1050679" y="1289666"/>
                  <a:pt x="1018575" y="1263776"/>
                  <a:pt x="984400" y="1242374"/>
                </a:cubicBezTo>
                <a:cubicBezTo>
                  <a:pt x="979221" y="1238921"/>
                  <a:pt x="977841" y="1232017"/>
                  <a:pt x="977149" y="1225458"/>
                </a:cubicBezTo>
                <a:cubicBezTo>
                  <a:pt x="976115" y="1213030"/>
                  <a:pt x="978530" y="1200949"/>
                  <a:pt x="983019" y="1189902"/>
                </a:cubicBezTo>
                <a:cubicBezTo>
                  <a:pt x="995792" y="1159523"/>
                  <a:pt x="1005457" y="1128109"/>
                  <a:pt x="1016158" y="1097041"/>
                </a:cubicBezTo>
                <a:cubicBezTo>
                  <a:pt x="1022717" y="1078055"/>
                  <a:pt x="1036181" y="1071841"/>
                  <a:pt x="1055513" y="1078055"/>
                </a:cubicBezTo>
                <a:cubicBezTo>
                  <a:pt x="1071737" y="1082887"/>
                  <a:pt x="1084855" y="1093934"/>
                  <a:pt x="1097628" y="1104290"/>
                </a:cubicBezTo>
                <a:cubicBezTo>
                  <a:pt x="1103496" y="1108779"/>
                  <a:pt x="1107983" y="1110504"/>
                  <a:pt x="1115579" y="1107743"/>
                </a:cubicBezTo>
                <a:cubicBezTo>
                  <a:pt x="1135945" y="1100147"/>
                  <a:pt x="1156313" y="1093589"/>
                  <a:pt x="1177026" y="1087375"/>
                </a:cubicBezTo>
                <a:cubicBezTo>
                  <a:pt x="1187726" y="1084268"/>
                  <a:pt x="1185655" y="1080126"/>
                  <a:pt x="1179787" y="1073913"/>
                </a:cubicBezTo>
                <a:cubicBezTo>
                  <a:pt x="1166668" y="1060449"/>
                  <a:pt x="1151134" y="1050438"/>
                  <a:pt x="1135255" y="1041117"/>
                </a:cubicBezTo>
                <a:cubicBezTo>
                  <a:pt x="1062417" y="998311"/>
                  <a:pt x="998207" y="944460"/>
                  <a:pt x="939868" y="883702"/>
                </a:cubicBezTo>
                <a:cubicBezTo>
                  <a:pt x="813177" y="751488"/>
                  <a:pt x="683379" y="622035"/>
                  <a:pt x="549783" y="496379"/>
                </a:cubicBezTo>
                <a:cubicBezTo>
                  <a:pt x="385809" y="341382"/>
                  <a:pt x="211479" y="197084"/>
                  <a:pt x="40947" y="48990"/>
                </a:cubicBezTo>
                <a:cubicBezTo>
                  <a:pt x="28864" y="38635"/>
                  <a:pt x="17472" y="27933"/>
                  <a:pt x="5735" y="17231"/>
                </a:cubicBezTo>
                <a:cubicBezTo>
                  <a:pt x="2283" y="13780"/>
                  <a:pt x="-1859" y="9292"/>
                  <a:pt x="902" y="4114"/>
                </a:cubicBezTo>
                <a:cubicBezTo>
                  <a:pt x="4009" y="-1755"/>
                  <a:pt x="10568" y="-29"/>
                  <a:pt x="15747" y="1352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226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52FCF1B-F1CF-41E9-84C6-9D8022AAF358}"/>
              </a:ext>
            </a:extLst>
          </p:cNvPr>
          <p:cNvSpPr/>
          <p:nvPr userDrawn="1"/>
        </p:nvSpPr>
        <p:spPr>
          <a:xfrm>
            <a:off x="1394134" y="5094017"/>
            <a:ext cx="698917" cy="1801790"/>
          </a:xfrm>
          <a:custGeom>
            <a:avLst/>
            <a:gdLst>
              <a:gd name="connsiteX0" fmla="*/ 15747 w 1825371"/>
              <a:gd name="connsiteY0" fmla="*/ 1352 h 3047785"/>
              <a:gd name="connsiteX1" fmla="*/ 83062 w 1825371"/>
              <a:gd name="connsiteY1" fmla="*/ 34837 h 3047785"/>
              <a:gd name="connsiteX2" fmla="*/ 961270 w 1825371"/>
              <a:gd name="connsiteY2" fmla="*/ 755975 h 3047785"/>
              <a:gd name="connsiteX3" fmla="*/ 1239162 w 1825371"/>
              <a:gd name="connsiteY3" fmla="*/ 1001764 h 3047785"/>
              <a:gd name="connsiteX4" fmla="*/ 1276445 w 1825371"/>
              <a:gd name="connsiteY4" fmla="*/ 1025928 h 3047785"/>
              <a:gd name="connsiteX5" fmla="*/ 1316489 w 1825371"/>
              <a:gd name="connsiteY5" fmla="*/ 1009704 h 3047785"/>
              <a:gd name="connsiteX6" fmla="*/ 1345141 w 1825371"/>
              <a:gd name="connsiteY6" fmla="*/ 948602 h 3047785"/>
              <a:gd name="connsiteX7" fmla="*/ 1407624 w 1825371"/>
              <a:gd name="connsiteY7" fmla="*/ 869894 h 3047785"/>
              <a:gd name="connsiteX8" fmla="*/ 1749379 w 1825371"/>
              <a:gd name="connsiteY8" fmla="*/ 590967 h 3047785"/>
              <a:gd name="connsiteX9" fmla="*/ 1808066 w 1825371"/>
              <a:gd name="connsiteY9" fmla="*/ 545399 h 3047785"/>
              <a:gd name="connsiteX10" fmla="*/ 1825326 w 1825371"/>
              <a:gd name="connsiteY10" fmla="*/ 554375 h 3047785"/>
              <a:gd name="connsiteX11" fmla="*/ 1811172 w 1825371"/>
              <a:gd name="connsiteY11" fmla="*/ 590277 h 3047785"/>
              <a:gd name="connsiteX12" fmla="*/ 1721073 w 1825371"/>
              <a:gd name="connsiteY12" fmla="*/ 698326 h 3047785"/>
              <a:gd name="connsiteX13" fmla="*/ 1385877 w 1825371"/>
              <a:gd name="connsiteY13" fmla="*/ 1068389 h 3047785"/>
              <a:gd name="connsiteX14" fmla="*/ 1376211 w 1825371"/>
              <a:gd name="connsiteY14" fmla="*/ 1098421 h 3047785"/>
              <a:gd name="connsiteX15" fmla="*/ 1361366 w 1825371"/>
              <a:gd name="connsiteY15" fmla="*/ 1135359 h 3047785"/>
              <a:gd name="connsiteX16" fmla="*/ 1355153 w 1825371"/>
              <a:gd name="connsiteY16" fmla="*/ 1169879 h 3047785"/>
              <a:gd name="connsiteX17" fmla="*/ 1409696 w 1825371"/>
              <a:gd name="connsiteY17" fmla="*/ 1384253 h 3047785"/>
              <a:gd name="connsiteX18" fmla="*/ 1524994 w 1825371"/>
              <a:gd name="connsiteY18" fmla="*/ 1739817 h 3047785"/>
              <a:gd name="connsiteX19" fmla="*/ 1659971 w 1825371"/>
              <a:gd name="connsiteY19" fmla="*/ 2199288 h 3047785"/>
              <a:gd name="connsiteX20" fmla="*/ 1782864 w 1825371"/>
              <a:gd name="connsiteY20" fmla="*/ 2697077 h 3047785"/>
              <a:gd name="connsiteX21" fmla="*/ 1794257 w 1825371"/>
              <a:gd name="connsiteY21" fmla="*/ 2767845 h 3047785"/>
              <a:gd name="connsiteX22" fmla="*/ 1791840 w 1825371"/>
              <a:gd name="connsiteY22" fmla="*/ 2778202 h 3047785"/>
              <a:gd name="connsiteX23" fmla="*/ 1784245 w 1825371"/>
              <a:gd name="connsiteY23" fmla="*/ 2770607 h 3047785"/>
              <a:gd name="connsiteX24" fmla="*/ 1746617 w 1825371"/>
              <a:gd name="connsiteY24" fmla="*/ 2660831 h 3047785"/>
              <a:gd name="connsiteX25" fmla="*/ 1513602 w 1825371"/>
              <a:gd name="connsiteY25" fmla="*/ 1875484 h 3047785"/>
              <a:gd name="connsiteX26" fmla="*/ 1297158 w 1825371"/>
              <a:gd name="connsiteY26" fmla="*/ 1267919 h 3047785"/>
              <a:gd name="connsiteX27" fmla="*/ 1275064 w 1825371"/>
              <a:gd name="connsiteY27" fmla="*/ 1217173 h 3047785"/>
              <a:gd name="connsiteX28" fmla="*/ 1248483 w 1825371"/>
              <a:gd name="connsiteY28" fmla="*/ 1193353 h 3047785"/>
              <a:gd name="connsiteX29" fmla="*/ 1232949 w 1825371"/>
              <a:gd name="connsiteY29" fmla="*/ 1222351 h 3047785"/>
              <a:gd name="connsiteX30" fmla="*/ 1230877 w 1825371"/>
              <a:gd name="connsiteY30" fmla="*/ 1283108 h 3047785"/>
              <a:gd name="connsiteX31" fmla="*/ 1243305 w 1825371"/>
              <a:gd name="connsiteY31" fmla="*/ 1522336 h 3047785"/>
              <a:gd name="connsiteX32" fmla="*/ 1261256 w 1825371"/>
              <a:gd name="connsiteY32" fmla="*/ 1854772 h 3047785"/>
              <a:gd name="connsiteX33" fmla="*/ 1272647 w 1825371"/>
              <a:gd name="connsiteY33" fmla="*/ 2086061 h 3047785"/>
              <a:gd name="connsiteX34" fmla="*/ 1288528 w 1825371"/>
              <a:gd name="connsiteY34" fmla="*/ 2674639 h 3047785"/>
              <a:gd name="connsiteX35" fmla="*/ 1297493 w 1825371"/>
              <a:gd name="connsiteY35" fmla="*/ 3047785 h 3047785"/>
              <a:gd name="connsiteX36" fmla="*/ 1048951 w 1825371"/>
              <a:gd name="connsiteY36" fmla="*/ 3047785 h 3047785"/>
              <a:gd name="connsiteX37" fmla="*/ 1053441 w 1825371"/>
              <a:gd name="connsiteY37" fmla="*/ 2920082 h 3047785"/>
              <a:gd name="connsiteX38" fmla="*/ 1066213 w 1825371"/>
              <a:gd name="connsiteY38" fmla="*/ 2573839 h 3047785"/>
              <a:gd name="connsiteX39" fmla="*/ 1077951 w 1825371"/>
              <a:gd name="connsiteY39" fmla="*/ 2236916 h 3047785"/>
              <a:gd name="connsiteX40" fmla="*/ 1093485 w 1825371"/>
              <a:gd name="connsiteY40" fmla="*/ 1882733 h 3047785"/>
              <a:gd name="connsiteX41" fmla="*/ 1107983 w 1825371"/>
              <a:gd name="connsiteY41" fmla="*/ 1608293 h 3047785"/>
              <a:gd name="connsiteX42" fmla="*/ 1125245 w 1825371"/>
              <a:gd name="connsiteY42" fmla="*/ 1293464 h 3047785"/>
              <a:gd name="connsiteX43" fmla="*/ 1096247 w 1825371"/>
              <a:gd name="connsiteY43" fmla="*/ 1270681 h 3047785"/>
              <a:gd name="connsiteX44" fmla="*/ 984400 w 1825371"/>
              <a:gd name="connsiteY44" fmla="*/ 1242374 h 3047785"/>
              <a:gd name="connsiteX45" fmla="*/ 977149 w 1825371"/>
              <a:gd name="connsiteY45" fmla="*/ 1225458 h 3047785"/>
              <a:gd name="connsiteX46" fmla="*/ 983019 w 1825371"/>
              <a:gd name="connsiteY46" fmla="*/ 1189902 h 3047785"/>
              <a:gd name="connsiteX47" fmla="*/ 1016158 w 1825371"/>
              <a:gd name="connsiteY47" fmla="*/ 1097041 h 3047785"/>
              <a:gd name="connsiteX48" fmla="*/ 1055513 w 1825371"/>
              <a:gd name="connsiteY48" fmla="*/ 1078055 h 3047785"/>
              <a:gd name="connsiteX49" fmla="*/ 1097628 w 1825371"/>
              <a:gd name="connsiteY49" fmla="*/ 1104290 h 3047785"/>
              <a:gd name="connsiteX50" fmla="*/ 1115579 w 1825371"/>
              <a:gd name="connsiteY50" fmla="*/ 1107743 h 3047785"/>
              <a:gd name="connsiteX51" fmla="*/ 1177026 w 1825371"/>
              <a:gd name="connsiteY51" fmla="*/ 1087375 h 3047785"/>
              <a:gd name="connsiteX52" fmla="*/ 1179787 w 1825371"/>
              <a:gd name="connsiteY52" fmla="*/ 1073913 h 3047785"/>
              <a:gd name="connsiteX53" fmla="*/ 1135255 w 1825371"/>
              <a:gd name="connsiteY53" fmla="*/ 1041117 h 3047785"/>
              <a:gd name="connsiteX54" fmla="*/ 939868 w 1825371"/>
              <a:gd name="connsiteY54" fmla="*/ 883702 h 3047785"/>
              <a:gd name="connsiteX55" fmla="*/ 549783 w 1825371"/>
              <a:gd name="connsiteY55" fmla="*/ 496379 h 3047785"/>
              <a:gd name="connsiteX56" fmla="*/ 40947 w 1825371"/>
              <a:gd name="connsiteY56" fmla="*/ 48990 h 3047785"/>
              <a:gd name="connsiteX57" fmla="*/ 5735 w 1825371"/>
              <a:gd name="connsiteY57" fmla="*/ 17231 h 3047785"/>
              <a:gd name="connsiteX58" fmla="*/ 902 w 1825371"/>
              <a:gd name="connsiteY58" fmla="*/ 4114 h 3047785"/>
              <a:gd name="connsiteX59" fmla="*/ 15747 w 1825371"/>
              <a:gd name="connsiteY59" fmla="*/ 1352 h 3047785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88528 w 1825371"/>
              <a:gd name="connsiteY34" fmla="*/ 2674639 h 4705763"/>
              <a:gd name="connsiteX35" fmla="*/ 1297493 w 1825371"/>
              <a:gd name="connsiteY35" fmla="*/ 3047785 h 4705763"/>
              <a:gd name="connsiteX36" fmla="*/ 938419 w 1825371"/>
              <a:gd name="connsiteY36" fmla="*/ 4705763 h 4705763"/>
              <a:gd name="connsiteX37" fmla="*/ 1053441 w 1825371"/>
              <a:gd name="connsiteY37" fmla="*/ 2920082 h 4705763"/>
              <a:gd name="connsiteX38" fmla="*/ 1066213 w 1825371"/>
              <a:gd name="connsiteY38" fmla="*/ 2573839 h 4705763"/>
              <a:gd name="connsiteX39" fmla="*/ 1077951 w 1825371"/>
              <a:gd name="connsiteY39" fmla="*/ 2236916 h 4705763"/>
              <a:gd name="connsiteX40" fmla="*/ 1093485 w 1825371"/>
              <a:gd name="connsiteY40" fmla="*/ 1882733 h 4705763"/>
              <a:gd name="connsiteX41" fmla="*/ 1107983 w 1825371"/>
              <a:gd name="connsiteY41" fmla="*/ 1608293 h 4705763"/>
              <a:gd name="connsiteX42" fmla="*/ 1125245 w 1825371"/>
              <a:gd name="connsiteY42" fmla="*/ 1293464 h 4705763"/>
              <a:gd name="connsiteX43" fmla="*/ 1096247 w 1825371"/>
              <a:gd name="connsiteY43" fmla="*/ 1270681 h 4705763"/>
              <a:gd name="connsiteX44" fmla="*/ 984400 w 1825371"/>
              <a:gd name="connsiteY44" fmla="*/ 1242374 h 4705763"/>
              <a:gd name="connsiteX45" fmla="*/ 977149 w 1825371"/>
              <a:gd name="connsiteY45" fmla="*/ 1225458 h 4705763"/>
              <a:gd name="connsiteX46" fmla="*/ 983019 w 1825371"/>
              <a:gd name="connsiteY46" fmla="*/ 1189902 h 4705763"/>
              <a:gd name="connsiteX47" fmla="*/ 1016158 w 1825371"/>
              <a:gd name="connsiteY47" fmla="*/ 1097041 h 4705763"/>
              <a:gd name="connsiteX48" fmla="*/ 1055513 w 1825371"/>
              <a:gd name="connsiteY48" fmla="*/ 1078055 h 4705763"/>
              <a:gd name="connsiteX49" fmla="*/ 1097628 w 1825371"/>
              <a:gd name="connsiteY49" fmla="*/ 1104290 h 4705763"/>
              <a:gd name="connsiteX50" fmla="*/ 1115579 w 1825371"/>
              <a:gd name="connsiteY50" fmla="*/ 1107743 h 4705763"/>
              <a:gd name="connsiteX51" fmla="*/ 1177026 w 1825371"/>
              <a:gd name="connsiteY51" fmla="*/ 1087375 h 4705763"/>
              <a:gd name="connsiteX52" fmla="*/ 1179787 w 1825371"/>
              <a:gd name="connsiteY52" fmla="*/ 1073913 h 4705763"/>
              <a:gd name="connsiteX53" fmla="*/ 1135255 w 1825371"/>
              <a:gd name="connsiteY53" fmla="*/ 1041117 h 4705763"/>
              <a:gd name="connsiteX54" fmla="*/ 939868 w 1825371"/>
              <a:gd name="connsiteY54" fmla="*/ 883702 h 4705763"/>
              <a:gd name="connsiteX55" fmla="*/ 549783 w 1825371"/>
              <a:gd name="connsiteY55" fmla="*/ 496379 h 4705763"/>
              <a:gd name="connsiteX56" fmla="*/ 40947 w 1825371"/>
              <a:gd name="connsiteY56" fmla="*/ 48990 h 4705763"/>
              <a:gd name="connsiteX57" fmla="*/ 5735 w 1825371"/>
              <a:gd name="connsiteY57" fmla="*/ 17231 h 4705763"/>
              <a:gd name="connsiteX58" fmla="*/ 902 w 1825371"/>
              <a:gd name="connsiteY58" fmla="*/ 4114 h 4705763"/>
              <a:gd name="connsiteX59" fmla="*/ 15747 w 1825371"/>
              <a:gd name="connsiteY59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88528 w 1825371"/>
              <a:gd name="connsiteY34" fmla="*/ 2674639 h 4705763"/>
              <a:gd name="connsiteX35" fmla="*/ 1297493 w 1825371"/>
              <a:gd name="connsiteY35" fmla="*/ 4685667 h 4705763"/>
              <a:gd name="connsiteX36" fmla="*/ 938419 w 1825371"/>
              <a:gd name="connsiteY36" fmla="*/ 4705763 h 4705763"/>
              <a:gd name="connsiteX37" fmla="*/ 1053441 w 1825371"/>
              <a:gd name="connsiteY37" fmla="*/ 2920082 h 4705763"/>
              <a:gd name="connsiteX38" fmla="*/ 1066213 w 1825371"/>
              <a:gd name="connsiteY38" fmla="*/ 2573839 h 4705763"/>
              <a:gd name="connsiteX39" fmla="*/ 1077951 w 1825371"/>
              <a:gd name="connsiteY39" fmla="*/ 2236916 h 4705763"/>
              <a:gd name="connsiteX40" fmla="*/ 1093485 w 1825371"/>
              <a:gd name="connsiteY40" fmla="*/ 1882733 h 4705763"/>
              <a:gd name="connsiteX41" fmla="*/ 1107983 w 1825371"/>
              <a:gd name="connsiteY41" fmla="*/ 1608293 h 4705763"/>
              <a:gd name="connsiteX42" fmla="*/ 1125245 w 1825371"/>
              <a:gd name="connsiteY42" fmla="*/ 1293464 h 4705763"/>
              <a:gd name="connsiteX43" fmla="*/ 1096247 w 1825371"/>
              <a:gd name="connsiteY43" fmla="*/ 1270681 h 4705763"/>
              <a:gd name="connsiteX44" fmla="*/ 984400 w 1825371"/>
              <a:gd name="connsiteY44" fmla="*/ 1242374 h 4705763"/>
              <a:gd name="connsiteX45" fmla="*/ 977149 w 1825371"/>
              <a:gd name="connsiteY45" fmla="*/ 1225458 h 4705763"/>
              <a:gd name="connsiteX46" fmla="*/ 983019 w 1825371"/>
              <a:gd name="connsiteY46" fmla="*/ 1189902 h 4705763"/>
              <a:gd name="connsiteX47" fmla="*/ 1016158 w 1825371"/>
              <a:gd name="connsiteY47" fmla="*/ 1097041 h 4705763"/>
              <a:gd name="connsiteX48" fmla="*/ 1055513 w 1825371"/>
              <a:gd name="connsiteY48" fmla="*/ 1078055 h 4705763"/>
              <a:gd name="connsiteX49" fmla="*/ 1097628 w 1825371"/>
              <a:gd name="connsiteY49" fmla="*/ 1104290 h 4705763"/>
              <a:gd name="connsiteX50" fmla="*/ 1115579 w 1825371"/>
              <a:gd name="connsiteY50" fmla="*/ 1107743 h 4705763"/>
              <a:gd name="connsiteX51" fmla="*/ 1177026 w 1825371"/>
              <a:gd name="connsiteY51" fmla="*/ 1087375 h 4705763"/>
              <a:gd name="connsiteX52" fmla="*/ 1179787 w 1825371"/>
              <a:gd name="connsiteY52" fmla="*/ 1073913 h 4705763"/>
              <a:gd name="connsiteX53" fmla="*/ 1135255 w 1825371"/>
              <a:gd name="connsiteY53" fmla="*/ 1041117 h 4705763"/>
              <a:gd name="connsiteX54" fmla="*/ 939868 w 1825371"/>
              <a:gd name="connsiteY54" fmla="*/ 883702 h 4705763"/>
              <a:gd name="connsiteX55" fmla="*/ 549783 w 1825371"/>
              <a:gd name="connsiteY55" fmla="*/ 496379 h 4705763"/>
              <a:gd name="connsiteX56" fmla="*/ 40947 w 1825371"/>
              <a:gd name="connsiteY56" fmla="*/ 48990 h 4705763"/>
              <a:gd name="connsiteX57" fmla="*/ 5735 w 1825371"/>
              <a:gd name="connsiteY57" fmla="*/ 17231 h 4705763"/>
              <a:gd name="connsiteX58" fmla="*/ 902 w 1825371"/>
              <a:gd name="connsiteY58" fmla="*/ 4114 h 4705763"/>
              <a:gd name="connsiteX59" fmla="*/ 15747 w 1825371"/>
              <a:gd name="connsiteY59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97493 w 1825371"/>
              <a:gd name="connsiteY34" fmla="*/ 4685667 h 4705763"/>
              <a:gd name="connsiteX35" fmla="*/ 938419 w 1825371"/>
              <a:gd name="connsiteY35" fmla="*/ 4705763 h 4705763"/>
              <a:gd name="connsiteX36" fmla="*/ 1053441 w 1825371"/>
              <a:gd name="connsiteY36" fmla="*/ 2920082 h 4705763"/>
              <a:gd name="connsiteX37" fmla="*/ 1066213 w 1825371"/>
              <a:gd name="connsiteY37" fmla="*/ 2573839 h 4705763"/>
              <a:gd name="connsiteX38" fmla="*/ 1077951 w 1825371"/>
              <a:gd name="connsiteY38" fmla="*/ 2236916 h 4705763"/>
              <a:gd name="connsiteX39" fmla="*/ 1093485 w 1825371"/>
              <a:gd name="connsiteY39" fmla="*/ 1882733 h 4705763"/>
              <a:gd name="connsiteX40" fmla="*/ 1107983 w 1825371"/>
              <a:gd name="connsiteY40" fmla="*/ 1608293 h 4705763"/>
              <a:gd name="connsiteX41" fmla="*/ 1125245 w 1825371"/>
              <a:gd name="connsiteY41" fmla="*/ 1293464 h 4705763"/>
              <a:gd name="connsiteX42" fmla="*/ 1096247 w 1825371"/>
              <a:gd name="connsiteY42" fmla="*/ 1270681 h 4705763"/>
              <a:gd name="connsiteX43" fmla="*/ 984400 w 1825371"/>
              <a:gd name="connsiteY43" fmla="*/ 1242374 h 4705763"/>
              <a:gd name="connsiteX44" fmla="*/ 977149 w 1825371"/>
              <a:gd name="connsiteY44" fmla="*/ 1225458 h 4705763"/>
              <a:gd name="connsiteX45" fmla="*/ 983019 w 1825371"/>
              <a:gd name="connsiteY45" fmla="*/ 1189902 h 4705763"/>
              <a:gd name="connsiteX46" fmla="*/ 1016158 w 1825371"/>
              <a:gd name="connsiteY46" fmla="*/ 1097041 h 4705763"/>
              <a:gd name="connsiteX47" fmla="*/ 1055513 w 1825371"/>
              <a:gd name="connsiteY47" fmla="*/ 1078055 h 4705763"/>
              <a:gd name="connsiteX48" fmla="*/ 1097628 w 1825371"/>
              <a:gd name="connsiteY48" fmla="*/ 1104290 h 4705763"/>
              <a:gd name="connsiteX49" fmla="*/ 1115579 w 1825371"/>
              <a:gd name="connsiteY49" fmla="*/ 1107743 h 4705763"/>
              <a:gd name="connsiteX50" fmla="*/ 1177026 w 1825371"/>
              <a:gd name="connsiteY50" fmla="*/ 1087375 h 4705763"/>
              <a:gd name="connsiteX51" fmla="*/ 1179787 w 1825371"/>
              <a:gd name="connsiteY51" fmla="*/ 1073913 h 4705763"/>
              <a:gd name="connsiteX52" fmla="*/ 1135255 w 1825371"/>
              <a:gd name="connsiteY52" fmla="*/ 1041117 h 4705763"/>
              <a:gd name="connsiteX53" fmla="*/ 939868 w 1825371"/>
              <a:gd name="connsiteY53" fmla="*/ 883702 h 4705763"/>
              <a:gd name="connsiteX54" fmla="*/ 549783 w 1825371"/>
              <a:gd name="connsiteY54" fmla="*/ 496379 h 4705763"/>
              <a:gd name="connsiteX55" fmla="*/ 40947 w 1825371"/>
              <a:gd name="connsiteY55" fmla="*/ 48990 h 4705763"/>
              <a:gd name="connsiteX56" fmla="*/ 5735 w 1825371"/>
              <a:gd name="connsiteY56" fmla="*/ 17231 h 4705763"/>
              <a:gd name="connsiteX57" fmla="*/ 902 w 1825371"/>
              <a:gd name="connsiteY57" fmla="*/ 4114 h 4705763"/>
              <a:gd name="connsiteX58" fmla="*/ 15747 w 1825371"/>
              <a:gd name="connsiteY58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97493 w 1825371"/>
              <a:gd name="connsiteY33" fmla="*/ 4685667 h 4705763"/>
              <a:gd name="connsiteX34" fmla="*/ 938419 w 1825371"/>
              <a:gd name="connsiteY34" fmla="*/ 4705763 h 4705763"/>
              <a:gd name="connsiteX35" fmla="*/ 1053441 w 1825371"/>
              <a:gd name="connsiteY35" fmla="*/ 2920082 h 4705763"/>
              <a:gd name="connsiteX36" fmla="*/ 1066213 w 1825371"/>
              <a:gd name="connsiteY36" fmla="*/ 2573839 h 4705763"/>
              <a:gd name="connsiteX37" fmla="*/ 1077951 w 1825371"/>
              <a:gd name="connsiteY37" fmla="*/ 2236916 h 4705763"/>
              <a:gd name="connsiteX38" fmla="*/ 1093485 w 1825371"/>
              <a:gd name="connsiteY38" fmla="*/ 1882733 h 4705763"/>
              <a:gd name="connsiteX39" fmla="*/ 1107983 w 1825371"/>
              <a:gd name="connsiteY39" fmla="*/ 1608293 h 4705763"/>
              <a:gd name="connsiteX40" fmla="*/ 1125245 w 1825371"/>
              <a:gd name="connsiteY40" fmla="*/ 1293464 h 4705763"/>
              <a:gd name="connsiteX41" fmla="*/ 1096247 w 1825371"/>
              <a:gd name="connsiteY41" fmla="*/ 1270681 h 4705763"/>
              <a:gd name="connsiteX42" fmla="*/ 984400 w 1825371"/>
              <a:gd name="connsiteY42" fmla="*/ 1242374 h 4705763"/>
              <a:gd name="connsiteX43" fmla="*/ 977149 w 1825371"/>
              <a:gd name="connsiteY43" fmla="*/ 1225458 h 4705763"/>
              <a:gd name="connsiteX44" fmla="*/ 983019 w 1825371"/>
              <a:gd name="connsiteY44" fmla="*/ 1189902 h 4705763"/>
              <a:gd name="connsiteX45" fmla="*/ 1016158 w 1825371"/>
              <a:gd name="connsiteY45" fmla="*/ 1097041 h 4705763"/>
              <a:gd name="connsiteX46" fmla="*/ 1055513 w 1825371"/>
              <a:gd name="connsiteY46" fmla="*/ 1078055 h 4705763"/>
              <a:gd name="connsiteX47" fmla="*/ 1097628 w 1825371"/>
              <a:gd name="connsiteY47" fmla="*/ 1104290 h 4705763"/>
              <a:gd name="connsiteX48" fmla="*/ 1115579 w 1825371"/>
              <a:gd name="connsiteY48" fmla="*/ 1107743 h 4705763"/>
              <a:gd name="connsiteX49" fmla="*/ 1177026 w 1825371"/>
              <a:gd name="connsiteY49" fmla="*/ 1087375 h 4705763"/>
              <a:gd name="connsiteX50" fmla="*/ 1179787 w 1825371"/>
              <a:gd name="connsiteY50" fmla="*/ 1073913 h 4705763"/>
              <a:gd name="connsiteX51" fmla="*/ 1135255 w 1825371"/>
              <a:gd name="connsiteY51" fmla="*/ 1041117 h 4705763"/>
              <a:gd name="connsiteX52" fmla="*/ 939868 w 1825371"/>
              <a:gd name="connsiteY52" fmla="*/ 883702 h 4705763"/>
              <a:gd name="connsiteX53" fmla="*/ 549783 w 1825371"/>
              <a:gd name="connsiteY53" fmla="*/ 496379 h 4705763"/>
              <a:gd name="connsiteX54" fmla="*/ 40947 w 1825371"/>
              <a:gd name="connsiteY54" fmla="*/ 48990 h 4705763"/>
              <a:gd name="connsiteX55" fmla="*/ 5735 w 1825371"/>
              <a:gd name="connsiteY55" fmla="*/ 17231 h 4705763"/>
              <a:gd name="connsiteX56" fmla="*/ 902 w 1825371"/>
              <a:gd name="connsiteY56" fmla="*/ 4114 h 4705763"/>
              <a:gd name="connsiteX57" fmla="*/ 15747 w 1825371"/>
              <a:gd name="connsiteY57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97493 w 1825371"/>
              <a:gd name="connsiteY32" fmla="*/ 4685667 h 4705763"/>
              <a:gd name="connsiteX33" fmla="*/ 938419 w 1825371"/>
              <a:gd name="connsiteY33" fmla="*/ 4705763 h 4705763"/>
              <a:gd name="connsiteX34" fmla="*/ 1053441 w 1825371"/>
              <a:gd name="connsiteY34" fmla="*/ 2920082 h 4705763"/>
              <a:gd name="connsiteX35" fmla="*/ 1066213 w 1825371"/>
              <a:gd name="connsiteY35" fmla="*/ 2573839 h 4705763"/>
              <a:gd name="connsiteX36" fmla="*/ 1077951 w 1825371"/>
              <a:gd name="connsiteY36" fmla="*/ 2236916 h 4705763"/>
              <a:gd name="connsiteX37" fmla="*/ 1093485 w 1825371"/>
              <a:gd name="connsiteY37" fmla="*/ 1882733 h 4705763"/>
              <a:gd name="connsiteX38" fmla="*/ 1107983 w 1825371"/>
              <a:gd name="connsiteY38" fmla="*/ 1608293 h 4705763"/>
              <a:gd name="connsiteX39" fmla="*/ 1125245 w 1825371"/>
              <a:gd name="connsiteY39" fmla="*/ 1293464 h 4705763"/>
              <a:gd name="connsiteX40" fmla="*/ 1096247 w 1825371"/>
              <a:gd name="connsiteY40" fmla="*/ 1270681 h 4705763"/>
              <a:gd name="connsiteX41" fmla="*/ 984400 w 1825371"/>
              <a:gd name="connsiteY41" fmla="*/ 1242374 h 4705763"/>
              <a:gd name="connsiteX42" fmla="*/ 977149 w 1825371"/>
              <a:gd name="connsiteY42" fmla="*/ 1225458 h 4705763"/>
              <a:gd name="connsiteX43" fmla="*/ 983019 w 1825371"/>
              <a:gd name="connsiteY43" fmla="*/ 1189902 h 4705763"/>
              <a:gd name="connsiteX44" fmla="*/ 1016158 w 1825371"/>
              <a:gd name="connsiteY44" fmla="*/ 1097041 h 4705763"/>
              <a:gd name="connsiteX45" fmla="*/ 1055513 w 1825371"/>
              <a:gd name="connsiteY45" fmla="*/ 1078055 h 4705763"/>
              <a:gd name="connsiteX46" fmla="*/ 1097628 w 1825371"/>
              <a:gd name="connsiteY46" fmla="*/ 1104290 h 4705763"/>
              <a:gd name="connsiteX47" fmla="*/ 1115579 w 1825371"/>
              <a:gd name="connsiteY47" fmla="*/ 1107743 h 4705763"/>
              <a:gd name="connsiteX48" fmla="*/ 1177026 w 1825371"/>
              <a:gd name="connsiteY48" fmla="*/ 1087375 h 4705763"/>
              <a:gd name="connsiteX49" fmla="*/ 1179787 w 1825371"/>
              <a:gd name="connsiteY49" fmla="*/ 1073913 h 4705763"/>
              <a:gd name="connsiteX50" fmla="*/ 1135255 w 1825371"/>
              <a:gd name="connsiteY50" fmla="*/ 1041117 h 4705763"/>
              <a:gd name="connsiteX51" fmla="*/ 939868 w 1825371"/>
              <a:gd name="connsiteY51" fmla="*/ 883702 h 4705763"/>
              <a:gd name="connsiteX52" fmla="*/ 549783 w 1825371"/>
              <a:gd name="connsiteY52" fmla="*/ 496379 h 4705763"/>
              <a:gd name="connsiteX53" fmla="*/ 40947 w 1825371"/>
              <a:gd name="connsiteY53" fmla="*/ 48990 h 4705763"/>
              <a:gd name="connsiteX54" fmla="*/ 5735 w 1825371"/>
              <a:gd name="connsiteY54" fmla="*/ 17231 h 4705763"/>
              <a:gd name="connsiteX55" fmla="*/ 902 w 1825371"/>
              <a:gd name="connsiteY55" fmla="*/ 4114 h 4705763"/>
              <a:gd name="connsiteX56" fmla="*/ 15747 w 1825371"/>
              <a:gd name="connsiteY56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093485 w 1825371"/>
              <a:gd name="connsiteY36" fmla="*/ 1882733 h 4705763"/>
              <a:gd name="connsiteX37" fmla="*/ 1107983 w 1825371"/>
              <a:gd name="connsiteY37" fmla="*/ 1608293 h 4705763"/>
              <a:gd name="connsiteX38" fmla="*/ 1125245 w 1825371"/>
              <a:gd name="connsiteY38" fmla="*/ 1293464 h 4705763"/>
              <a:gd name="connsiteX39" fmla="*/ 1096247 w 1825371"/>
              <a:gd name="connsiteY39" fmla="*/ 1270681 h 4705763"/>
              <a:gd name="connsiteX40" fmla="*/ 984400 w 1825371"/>
              <a:gd name="connsiteY40" fmla="*/ 1242374 h 4705763"/>
              <a:gd name="connsiteX41" fmla="*/ 977149 w 1825371"/>
              <a:gd name="connsiteY41" fmla="*/ 1225458 h 4705763"/>
              <a:gd name="connsiteX42" fmla="*/ 983019 w 1825371"/>
              <a:gd name="connsiteY42" fmla="*/ 1189902 h 4705763"/>
              <a:gd name="connsiteX43" fmla="*/ 1016158 w 1825371"/>
              <a:gd name="connsiteY43" fmla="*/ 1097041 h 4705763"/>
              <a:gd name="connsiteX44" fmla="*/ 1055513 w 1825371"/>
              <a:gd name="connsiteY44" fmla="*/ 1078055 h 4705763"/>
              <a:gd name="connsiteX45" fmla="*/ 1097628 w 1825371"/>
              <a:gd name="connsiteY45" fmla="*/ 1104290 h 4705763"/>
              <a:gd name="connsiteX46" fmla="*/ 1115579 w 1825371"/>
              <a:gd name="connsiteY46" fmla="*/ 1107743 h 4705763"/>
              <a:gd name="connsiteX47" fmla="*/ 1177026 w 1825371"/>
              <a:gd name="connsiteY47" fmla="*/ 1087375 h 4705763"/>
              <a:gd name="connsiteX48" fmla="*/ 1179787 w 1825371"/>
              <a:gd name="connsiteY48" fmla="*/ 1073913 h 4705763"/>
              <a:gd name="connsiteX49" fmla="*/ 1135255 w 1825371"/>
              <a:gd name="connsiteY49" fmla="*/ 1041117 h 4705763"/>
              <a:gd name="connsiteX50" fmla="*/ 939868 w 1825371"/>
              <a:gd name="connsiteY50" fmla="*/ 883702 h 4705763"/>
              <a:gd name="connsiteX51" fmla="*/ 549783 w 1825371"/>
              <a:gd name="connsiteY51" fmla="*/ 496379 h 4705763"/>
              <a:gd name="connsiteX52" fmla="*/ 40947 w 1825371"/>
              <a:gd name="connsiteY52" fmla="*/ 48990 h 4705763"/>
              <a:gd name="connsiteX53" fmla="*/ 5735 w 1825371"/>
              <a:gd name="connsiteY53" fmla="*/ 17231 h 4705763"/>
              <a:gd name="connsiteX54" fmla="*/ 902 w 1825371"/>
              <a:gd name="connsiteY54" fmla="*/ 4114 h 4705763"/>
              <a:gd name="connsiteX55" fmla="*/ 15747 w 1825371"/>
              <a:gd name="connsiteY55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093485 w 1825371"/>
              <a:gd name="connsiteY36" fmla="*/ 1882733 h 4705763"/>
              <a:gd name="connsiteX37" fmla="*/ 1125245 w 1825371"/>
              <a:gd name="connsiteY37" fmla="*/ 1293464 h 4705763"/>
              <a:gd name="connsiteX38" fmla="*/ 1096247 w 1825371"/>
              <a:gd name="connsiteY38" fmla="*/ 1270681 h 4705763"/>
              <a:gd name="connsiteX39" fmla="*/ 984400 w 1825371"/>
              <a:gd name="connsiteY39" fmla="*/ 1242374 h 4705763"/>
              <a:gd name="connsiteX40" fmla="*/ 977149 w 1825371"/>
              <a:gd name="connsiteY40" fmla="*/ 1225458 h 4705763"/>
              <a:gd name="connsiteX41" fmla="*/ 983019 w 1825371"/>
              <a:gd name="connsiteY41" fmla="*/ 1189902 h 4705763"/>
              <a:gd name="connsiteX42" fmla="*/ 1016158 w 1825371"/>
              <a:gd name="connsiteY42" fmla="*/ 1097041 h 4705763"/>
              <a:gd name="connsiteX43" fmla="*/ 1055513 w 1825371"/>
              <a:gd name="connsiteY43" fmla="*/ 1078055 h 4705763"/>
              <a:gd name="connsiteX44" fmla="*/ 1097628 w 1825371"/>
              <a:gd name="connsiteY44" fmla="*/ 1104290 h 4705763"/>
              <a:gd name="connsiteX45" fmla="*/ 1115579 w 1825371"/>
              <a:gd name="connsiteY45" fmla="*/ 1107743 h 4705763"/>
              <a:gd name="connsiteX46" fmla="*/ 1177026 w 1825371"/>
              <a:gd name="connsiteY46" fmla="*/ 1087375 h 4705763"/>
              <a:gd name="connsiteX47" fmla="*/ 1179787 w 1825371"/>
              <a:gd name="connsiteY47" fmla="*/ 1073913 h 4705763"/>
              <a:gd name="connsiteX48" fmla="*/ 1135255 w 1825371"/>
              <a:gd name="connsiteY48" fmla="*/ 1041117 h 4705763"/>
              <a:gd name="connsiteX49" fmla="*/ 939868 w 1825371"/>
              <a:gd name="connsiteY49" fmla="*/ 883702 h 4705763"/>
              <a:gd name="connsiteX50" fmla="*/ 549783 w 1825371"/>
              <a:gd name="connsiteY50" fmla="*/ 496379 h 4705763"/>
              <a:gd name="connsiteX51" fmla="*/ 40947 w 1825371"/>
              <a:gd name="connsiteY51" fmla="*/ 48990 h 4705763"/>
              <a:gd name="connsiteX52" fmla="*/ 5735 w 1825371"/>
              <a:gd name="connsiteY52" fmla="*/ 17231 h 4705763"/>
              <a:gd name="connsiteX53" fmla="*/ 902 w 1825371"/>
              <a:gd name="connsiteY53" fmla="*/ 4114 h 4705763"/>
              <a:gd name="connsiteX54" fmla="*/ 15747 w 1825371"/>
              <a:gd name="connsiteY54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125245 w 1825371"/>
              <a:gd name="connsiteY36" fmla="*/ 1293464 h 4705763"/>
              <a:gd name="connsiteX37" fmla="*/ 1096247 w 1825371"/>
              <a:gd name="connsiteY37" fmla="*/ 1270681 h 4705763"/>
              <a:gd name="connsiteX38" fmla="*/ 984400 w 1825371"/>
              <a:gd name="connsiteY38" fmla="*/ 1242374 h 4705763"/>
              <a:gd name="connsiteX39" fmla="*/ 977149 w 1825371"/>
              <a:gd name="connsiteY39" fmla="*/ 1225458 h 4705763"/>
              <a:gd name="connsiteX40" fmla="*/ 983019 w 1825371"/>
              <a:gd name="connsiteY40" fmla="*/ 1189902 h 4705763"/>
              <a:gd name="connsiteX41" fmla="*/ 1016158 w 1825371"/>
              <a:gd name="connsiteY41" fmla="*/ 1097041 h 4705763"/>
              <a:gd name="connsiteX42" fmla="*/ 1055513 w 1825371"/>
              <a:gd name="connsiteY42" fmla="*/ 1078055 h 4705763"/>
              <a:gd name="connsiteX43" fmla="*/ 1097628 w 1825371"/>
              <a:gd name="connsiteY43" fmla="*/ 1104290 h 4705763"/>
              <a:gd name="connsiteX44" fmla="*/ 1115579 w 1825371"/>
              <a:gd name="connsiteY44" fmla="*/ 1107743 h 4705763"/>
              <a:gd name="connsiteX45" fmla="*/ 1177026 w 1825371"/>
              <a:gd name="connsiteY45" fmla="*/ 1087375 h 4705763"/>
              <a:gd name="connsiteX46" fmla="*/ 1179787 w 1825371"/>
              <a:gd name="connsiteY46" fmla="*/ 1073913 h 4705763"/>
              <a:gd name="connsiteX47" fmla="*/ 1135255 w 1825371"/>
              <a:gd name="connsiteY47" fmla="*/ 1041117 h 4705763"/>
              <a:gd name="connsiteX48" fmla="*/ 939868 w 1825371"/>
              <a:gd name="connsiteY48" fmla="*/ 883702 h 4705763"/>
              <a:gd name="connsiteX49" fmla="*/ 549783 w 1825371"/>
              <a:gd name="connsiteY49" fmla="*/ 496379 h 4705763"/>
              <a:gd name="connsiteX50" fmla="*/ 40947 w 1825371"/>
              <a:gd name="connsiteY50" fmla="*/ 48990 h 4705763"/>
              <a:gd name="connsiteX51" fmla="*/ 5735 w 1825371"/>
              <a:gd name="connsiteY51" fmla="*/ 17231 h 4705763"/>
              <a:gd name="connsiteX52" fmla="*/ 902 w 1825371"/>
              <a:gd name="connsiteY52" fmla="*/ 4114 h 4705763"/>
              <a:gd name="connsiteX53" fmla="*/ 15747 w 1825371"/>
              <a:gd name="connsiteY53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125245 w 1825371"/>
              <a:gd name="connsiteY35" fmla="*/ 1293464 h 4705763"/>
              <a:gd name="connsiteX36" fmla="*/ 1096247 w 1825371"/>
              <a:gd name="connsiteY36" fmla="*/ 1270681 h 4705763"/>
              <a:gd name="connsiteX37" fmla="*/ 984400 w 1825371"/>
              <a:gd name="connsiteY37" fmla="*/ 1242374 h 4705763"/>
              <a:gd name="connsiteX38" fmla="*/ 977149 w 1825371"/>
              <a:gd name="connsiteY38" fmla="*/ 1225458 h 4705763"/>
              <a:gd name="connsiteX39" fmla="*/ 983019 w 1825371"/>
              <a:gd name="connsiteY39" fmla="*/ 1189902 h 4705763"/>
              <a:gd name="connsiteX40" fmla="*/ 1016158 w 1825371"/>
              <a:gd name="connsiteY40" fmla="*/ 1097041 h 4705763"/>
              <a:gd name="connsiteX41" fmla="*/ 1055513 w 1825371"/>
              <a:gd name="connsiteY41" fmla="*/ 1078055 h 4705763"/>
              <a:gd name="connsiteX42" fmla="*/ 1097628 w 1825371"/>
              <a:gd name="connsiteY42" fmla="*/ 1104290 h 4705763"/>
              <a:gd name="connsiteX43" fmla="*/ 1115579 w 1825371"/>
              <a:gd name="connsiteY43" fmla="*/ 1107743 h 4705763"/>
              <a:gd name="connsiteX44" fmla="*/ 1177026 w 1825371"/>
              <a:gd name="connsiteY44" fmla="*/ 1087375 h 4705763"/>
              <a:gd name="connsiteX45" fmla="*/ 1179787 w 1825371"/>
              <a:gd name="connsiteY45" fmla="*/ 1073913 h 4705763"/>
              <a:gd name="connsiteX46" fmla="*/ 1135255 w 1825371"/>
              <a:gd name="connsiteY46" fmla="*/ 1041117 h 4705763"/>
              <a:gd name="connsiteX47" fmla="*/ 939868 w 1825371"/>
              <a:gd name="connsiteY47" fmla="*/ 883702 h 4705763"/>
              <a:gd name="connsiteX48" fmla="*/ 549783 w 1825371"/>
              <a:gd name="connsiteY48" fmla="*/ 496379 h 4705763"/>
              <a:gd name="connsiteX49" fmla="*/ 40947 w 1825371"/>
              <a:gd name="connsiteY49" fmla="*/ 48990 h 4705763"/>
              <a:gd name="connsiteX50" fmla="*/ 5735 w 1825371"/>
              <a:gd name="connsiteY50" fmla="*/ 17231 h 4705763"/>
              <a:gd name="connsiteX51" fmla="*/ 902 w 1825371"/>
              <a:gd name="connsiteY51" fmla="*/ 4114 h 4705763"/>
              <a:gd name="connsiteX52" fmla="*/ 15747 w 1825371"/>
              <a:gd name="connsiteY52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125245 w 1825371"/>
              <a:gd name="connsiteY34" fmla="*/ 1293464 h 4705763"/>
              <a:gd name="connsiteX35" fmla="*/ 1096247 w 1825371"/>
              <a:gd name="connsiteY35" fmla="*/ 1270681 h 4705763"/>
              <a:gd name="connsiteX36" fmla="*/ 984400 w 1825371"/>
              <a:gd name="connsiteY36" fmla="*/ 1242374 h 4705763"/>
              <a:gd name="connsiteX37" fmla="*/ 977149 w 1825371"/>
              <a:gd name="connsiteY37" fmla="*/ 1225458 h 4705763"/>
              <a:gd name="connsiteX38" fmla="*/ 983019 w 1825371"/>
              <a:gd name="connsiteY38" fmla="*/ 1189902 h 4705763"/>
              <a:gd name="connsiteX39" fmla="*/ 1016158 w 1825371"/>
              <a:gd name="connsiteY39" fmla="*/ 1097041 h 4705763"/>
              <a:gd name="connsiteX40" fmla="*/ 1055513 w 1825371"/>
              <a:gd name="connsiteY40" fmla="*/ 1078055 h 4705763"/>
              <a:gd name="connsiteX41" fmla="*/ 1097628 w 1825371"/>
              <a:gd name="connsiteY41" fmla="*/ 1104290 h 4705763"/>
              <a:gd name="connsiteX42" fmla="*/ 1115579 w 1825371"/>
              <a:gd name="connsiteY42" fmla="*/ 1107743 h 4705763"/>
              <a:gd name="connsiteX43" fmla="*/ 1177026 w 1825371"/>
              <a:gd name="connsiteY43" fmla="*/ 1087375 h 4705763"/>
              <a:gd name="connsiteX44" fmla="*/ 1179787 w 1825371"/>
              <a:gd name="connsiteY44" fmla="*/ 1073913 h 4705763"/>
              <a:gd name="connsiteX45" fmla="*/ 1135255 w 1825371"/>
              <a:gd name="connsiteY45" fmla="*/ 1041117 h 4705763"/>
              <a:gd name="connsiteX46" fmla="*/ 939868 w 1825371"/>
              <a:gd name="connsiteY46" fmla="*/ 883702 h 4705763"/>
              <a:gd name="connsiteX47" fmla="*/ 549783 w 1825371"/>
              <a:gd name="connsiteY47" fmla="*/ 496379 h 4705763"/>
              <a:gd name="connsiteX48" fmla="*/ 40947 w 1825371"/>
              <a:gd name="connsiteY48" fmla="*/ 48990 h 4705763"/>
              <a:gd name="connsiteX49" fmla="*/ 5735 w 1825371"/>
              <a:gd name="connsiteY49" fmla="*/ 17231 h 4705763"/>
              <a:gd name="connsiteX50" fmla="*/ 902 w 1825371"/>
              <a:gd name="connsiteY50" fmla="*/ 4114 h 4705763"/>
              <a:gd name="connsiteX51" fmla="*/ 15747 w 1825371"/>
              <a:gd name="connsiteY51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125245 w 1825371"/>
              <a:gd name="connsiteY33" fmla="*/ 1293464 h 4705763"/>
              <a:gd name="connsiteX34" fmla="*/ 1096247 w 1825371"/>
              <a:gd name="connsiteY34" fmla="*/ 1270681 h 4705763"/>
              <a:gd name="connsiteX35" fmla="*/ 984400 w 1825371"/>
              <a:gd name="connsiteY35" fmla="*/ 1242374 h 4705763"/>
              <a:gd name="connsiteX36" fmla="*/ 977149 w 1825371"/>
              <a:gd name="connsiteY36" fmla="*/ 1225458 h 4705763"/>
              <a:gd name="connsiteX37" fmla="*/ 983019 w 1825371"/>
              <a:gd name="connsiteY37" fmla="*/ 1189902 h 4705763"/>
              <a:gd name="connsiteX38" fmla="*/ 1016158 w 1825371"/>
              <a:gd name="connsiteY38" fmla="*/ 1097041 h 4705763"/>
              <a:gd name="connsiteX39" fmla="*/ 1055513 w 1825371"/>
              <a:gd name="connsiteY39" fmla="*/ 1078055 h 4705763"/>
              <a:gd name="connsiteX40" fmla="*/ 1097628 w 1825371"/>
              <a:gd name="connsiteY40" fmla="*/ 1104290 h 4705763"/>
              <a:gd name="connsiteX41" fmla="*/ 1115579 w 1825371"/>
              <a:gd name="connsiteY41" fmla="*/ 1107743 h 4705763"/>
              <a:gd name="connsiteX42" fmla="*/ 1177026 w 1825371"/>
              <a:gd name="connsiteY42" fmla="*/ 1087375 h 4705763"/>
              <a:gd name="connsiteX43" fmla="*/ 1179787 w 1825371"/>
              <a:gd name="connsiteY43" fmla="*/ 1073913 h 4705763"/>
              <a:gd name="connsiteX44" fmla="*/ 1135255 w 1825371"/>
              <a:gd name="connsiteY44" fmla="*/ 1041117 h 4705763"/>
              <a:gd name="connsiteX45" fmla="*/ 939868 w 1825371"/>
              <a:gd name="connsiteY45" fmla="*/ 883702 h 4705763"/>
              <a:gd name="connsiteX46" fmla="*/ 549783 w 1825371"/>
              <a:gd name="connsiteY46" fmla="*/ 496379 h 4705763"/>
              <a:gd name="connsiteX47" fmla="*/ 40947 w 1825371"/>
              <a:gd name="connsiteY47" fmla="*/ 48990 h 4705763"/>
              <a:gd name="connsiteX48" fmla="*/ 5735 w 1825371"/>
              <a:gd name="connsiteY48" fmla="*/ 17231 h 4705763"/>
              <a:gd name="connsiteX49" fmla="*/ 902 w 1825371"/>
              <a:gd name="connsiteY49" fmla="*/ 4114 h 4705763"/>
              <a:gd name="connsiteX50" fmla="*/ 15747 w 1825371"/>
              <a:gd name="connsiteY50" fmla="*/ 1352 h 4705763"/>
              <a:gd name="connsiteX0" fmla="*/ 15747 w 1825371"/>
              <a:gd name="connsiteY0" fmla="*/ 1352 h 4685667"/>
              <a:gd name="connsiteX1" fmla="*/ 83062 w 1825371"/>
              <a:gd name="connsiteY1" fmla="*/ 34837 h 4685667"/>
              <a:gd name="connsiteX2" fmla="*/ 961270 w 1825371"/>
              <a:gd name="connsiteY2" fmla="*/ 755975 h 4685667"/>
              <a:gd name="connsiteX3" fmla="*/ 1239162 w 1825371"/>
              <a:gd name="connsiteY3" fmla="*/ 1001764 h 4685667"/>
              <a:gd name="connsiteX4" fmla="*/ 1276445 w 1825371"/>
              <a:gd name="connsiteY4" fmla="*/ 1025928 h 4685667"/>
              <a:gd name="connsiteX5" fmla="*/ 1316489 w 1825371"/>
              <a:gd name="connsiteY5" fmla="*/ 1009704 h 4685667"/>
              <a:gd name="connsiteX6" fmla="*/ 1345141 w 1825371"/>
              <a:gd name="connsiteY6" fmla="*/ 948602 h 4685667"/>
              <a:gd name="connsiteX7" fmla="*/ 1407624 w 1825371"/>
              <a:gd name="connsiteY7" fmla="*/ 869894 h 4685667"/>
              <a:gd name="connsiteX8" fmla="*/ 1749379 w 1825371"/>
              <a:gd name="connsiteY8" fmla="*/ 590967 h 4685667"/>
              <a:gd name="connsiteX9" fmla="*/ 1808066 w 1825371"/>
              <a:gd name="connsiteY9" fmla="*/ 545399 h 4685667"/>
              <a:gd name="connsiteX10" fmla="*/ 1825326 w 1825371"/>
              <a:gd name="connsiteY10" fmla="*/ 554375 h 4685667"/>
              <a:gd name="connsiteX11" fmla="*/ 1811172 w 1825371"/>
              <a:gd name="connsiteY11" fmla="*/ 590277 h 4685667"/>
              <a:gd name="connsiteX12" fmla="*/ 1721073 w 1825371"/>
              <a:gd name="connsiteY12" fmla="*/ 698326 h 4685667"/>
              <a:gd name="connsiteX13" fmla="*/ 1385877 w 1825371"/>
              <a:gd name="connsiteY13" fmla="*/ 1068389 h 4685667"/>
              <a:gd name="connsiteX14" fmla="*/ 1376211 w 1825371"/>
              <a:gd name="connsiteY14" fmla="*/ 1098421 h 4685667"/>
              <a:gd name="connsiteX15" fmla="*/ 1361366 w 1825371"/>
              <a:gd name="connsiteY15" fmla="*/ 1135359 h 4685667"/>
              <a:gd name="connsiteX16" fmla="*/ 1355153 w 1825371"/>
              <a:gd name="connsiteY16" fmla="*/ 1169879 h 4685667"/>
              <a:gd name="connsiteX17" fmla="*/ 1409696 w 1825371"/>
              <a:gd name="connsiteY17" fmla="*/ 1384253 h 4685667"/>
              <a:gd name="connsiteX18" fmla="*/ 1524994 w 1825371"/>
              <a:gd name="connsiteY18" fmla="*/ 1739817 h 4685667"/>
              <a:gd name="connsiteX19" fmla="*/ 1659971 w 1825371"/>
              <a:gd name="connsiteY19" fmla="*/ 2199288 h 4685667"/>
              <a:gd name="connsiteX20" fmla="*/ 1782864 w 1825371"/>
              <a:gd name="connsiteY20" fmla="*/ 2697077 h 4685667"/>
              <a:gd name="connsiteX21" fmla="*/ 1794257 w 1825371"/>
              <a:gd name="connsiteY21" fmla="*/ 2767845 h 4685667"/>
              <a:gd name="connsiteX22" fmla="*/ 1791840 w 1825371"/>
              <a:gd name="connsiteY22" fmla="*/ 2778202 h 4685667"/>
              <a:gd name="connsiteX23" fmla="*/ 1784245 w 1825371"/>
              <a:gd name="connsiteY23" fmla="*/ 2770607 h 4685667"/>
              <a:gd name="connsiteX24" fmla="*/ 1746617 w 1825371"/>
              <a:gd name="connsiteY24" fmla="*/ 2660831 h 4685667"/>
              <a:gd name="connsiteX25" fmla="*/ 1513602 w 1825371"/>
              <a:gd name="connsiteY25" fmla="*/ 1875484 h 4685667"/>
              <a:gd name="connsiteX26" fmla="*/ 1297158 w 1825371"/>
              <a:gd name="connsiteY26" fmla="*/ 1267919 h 4685667"/>
              <a:gd name="connsiteX27" fmla="*/ 1275064 w 1825371"/>
              <a:gd name="connsiteY27" fmla="*/ 1217173 h 4685667"/>
              <a:gd name="connsiteX28" fmla="*/ 1248483 w 1825371"/>
              <a:gd name="connsiteY28" fmla="*/ 1193353 h 4685667"/>
              <a:gd name="connsiteX29" fmla="*/ 1232949 w 1825371"/>
              <a:gd name="connsiteY29" fmla="*/ 1222351 h 4685667"/>
              <a:gd name="connsiteX30" fmla="*/ 1230877 w 1825371"/>
              <a:gd name="connsiteY30" fmla="*/ 1283108 h 4685667"/>
              <a:gd name="connsiteX31" fmla="*/ 1297493 w 1825371"/>
              <a:gd name="connsiteY31" fmla="*/ 4685667 h 4685667"/>
              <a:gd name="connsiteX32" fmla="*/ 978613 w 1825371"/>
              <a:gd name="connsiteY32" fmla="*/ 4685667 h 4685667"/>
              <a:gd name="connsiteX33" fmla="*/ 1125245 w 1825371"/>
              <a:gd name="connsiteY33" fmla="*/ 1293464 h 4685667"/>
              <a:gd name="connsiteX34" fmla="*/ 1096247 w 1825371"/>
              <a:gd name="connsiteY34" fmla="*/ 1270681 h 4685667"/>
              <a:gd name="connsiteX35" fmla="*/ 984400 w 1825371"/>
              <a:gd name="connsiteY35" fmla="*/ 1242374 h 4685667"/>
              <a:gd name="connsiteX36" fmla="*/ 977149 w 1825371"/>
              <a:gd name="connsiteY36" fmla="*/ 1225458 h 4685667"/>
              <a:gd name="connsiteX37" fmla="*/ 983019 w 1825371"/>
              <a:gd name="connsiteY37" fmla="*/ 1189902 h 4685667"/>
              <a:gd name="connsiteX38" fmla="*/ 1016158 w 1825371"/>
              <a:gd name="connsiteY38" fmla="*/ 1097041 h 4685667"/>
              <a:gd name="connsiteX39" fmla="*/ 1055513 w 1825371"/>
              <a:gd name="connsiteY39" fmla="*/ 1078055 h 4685667"/>
              <a:gd name="connsiteX40" fmla="*/ 1097628 w 1825371"/>
              <a:gd name="connsiteY40" fmla="*/ 1104290 h 4685667"/>
              <a:gd name="connsiteX41" fmla="*/ 1115579 w 1825371"/>
              <a:gd name="connsiteY41" fmla="*/ 1107743 h 4685667"/>
              <a:gd name="connsiteX42" fmla="*/ 1177026 w 1825371"/>
              <a:gd name="connsiteY42" fmla="*/ 1087375 h 4685667"/>
              <a:gd name="connsiteX43" fmla="*/ 1179787 w 1825371"/>
              <a:gd name="connsiteY43" fmla="*/ 1073913 h 4685667"/>
              <a:gd name="connsiteX44" fmla="*/ 1135255 w 1825371"/>
              <a:gd name="connsiteY44" fmla="*/ 1041117 h 4685667"/>
              <a:gd name="connsiteX45" fmla="*/ 939868 w 1825371"/>
              <a:gd name="connsiteY45" fmla="*/ 883702 h 4685667"/>
              <a:gd name="connsiteX46" fmla="*/ 549783 w 1825371"/>
              <a:gd name="connsiteY46" fmla="*/ 496379 h 4685667"/>
              <a:gd name="connsiteX47" fmla="*/ 40947 w 1825371"/>
              <a:gd name="connsiteY47" fmla="*/ 48990 h 4685667"/>
              <a:gd name="connsiteX48" fmla="*/ 5735 w 1825371"/>
              <a:gd name="connsiteY48" fmla="*/ 17231 h 4685667"/>
              <a:gd name="connsiteX49" fmla="*/ 902 w 1825371"/>
              <a:gd name="connsiteY49" fmla="*/ 4114 h 4685667"/>
              <a:gd name="connsiteX50" fmla="*/ 15747 w 1825371"/>
              <a:gd name="connsiteY50" fmla="*/ 1352 h 4685667"/>
              <a:gd name="connsiteX0" fmla="*/ 15747 w 1825371"/>
              <a:gd name="connsiteY0" fmla="*/ 1352 h 4685667"/>
              <a:gd name="connsiteX1" fmla="*/ 83062 w 1825371"/>
              <a:gd name="connsiteY1" fmla="*/ 34837 h 4685667"/>
              <a:gd name="connsiteX2" fmla="*/ 961270 w 1825371"/>
              <a:gd name="connsiteY2" fmla="*/ 755975 h 4685667"/>
              <a:gd name="connsiteX3" fmla="*/ 1239162 w 1825371"/>
              <a:gd name="connsiteY3" fmla="*/ 1001764 h 4685667"/>
              <a:gd name="connsiteX4" fmla="*/ 1276445 w 1825371"/>
              <a:gd name="connsiteY4" fmla="*/ 1025928 h 4685667"/>
              <a:gd name="connsiteX5" fmla="*/ 1316489 w 1825371"/>
              <a:gd name="connsiteY5" fmla="*/ 1009704 h 4685667"/>
              <a:gd name="connsiteX6" fmla="*/ 1345141 w 1825371"/>
              <a:gd name="connsiteY6" fmla="*/ 948602 h 4685667"/>
              <a:gd name="connsiteX7" fmla="*/ 1407624 w 1825371"/>
              <a:gd name="connsiteY7" fmla="*/ 869894 h 4685667"/>
              <a:gd name="connsiteX8" fmla="*/ 1749379 w 1825371"/>
              <a:gd name="connsiteY8" fmla="*/ 590967 h 4685667"/>
              <a:gd name="connsiteX9" fmla="*/ 1808066 w 1825371"/>
              <a:gd name="connsiteY9" fmla="*/ 545399 h 4685667"/>
              <a:gd name="connsiteX10" fmla="*/ 1825326 w 1825371"/>
              <a:gd name="connsiteY10" fmla="*/ 554375 h 4685667"/>
              <a:gd name="connsiteX11" fmla="*/ 1811172 w 1825371"/>
              <a:gd name="connsiteY11" fmla="*/ 590277 h 4685667"/>
              <a:gd name="connsiteX12" fmla="*/ 1721073 w 1825371"/>
              <a:gd name="connsiteY12" fmla="*/ 698326 h 4685667"/>
              <a:gd name="connsiteX13" fmla="*/ 1385877 w 1825371"/>
              <a:gd name="connsiteY13" fmla="*/ 1068389 h 4685667"/>
              <a:gd name="connsiteX14" fmla="*/ 1376211 w 1825371"/>
              <a:gd name="connsiteY14" fmla="*/ 1098421 h 4685667"/>
              <a:gd name="connsiteX15" fmla="*/ 1361366 w 1825371"/>
              <a:gd name="connsiteY15" fmla="*/ 1135359 h 4685667"/>
              <a:gd name="connsiteX16" fmla="*/ 1355153 w 1825371"/>
              <a:gd name="connsiteY16" fmla="*/ 1169879 h 4685667"/>
              <a:gd name="connsiteX17" fmla="*/ 1409696 w 1825371"/>
              <a:gd name="connsiteY17" fmla="*/ 1384253 h 4685667"/>
              <a:gd name="connsiteX18" fmla="*/ 1524994 w 1825371"/>
              <a:gd name="connsiteY18" fmla="*/ 1739817 h 4685667"/>
              <a:gd name="connsiteX19" fmla="*/ 1659971 w 1825371"/>
              <a:gd name="connsiteY19" fmla="*/ 2199288 h 4685667"/>
              <a:gd name="connsiteX20" fmla="*/ 1782864 w 1825371"/>
              <a:gd name="connsiteY20" fmla="*/ 2697077 h 4685667"/>
              <a:gd name="connsiteX21" fmla="*/ 1794257 w 1825371"/>
              <a:gd name="connsiteY21" fmla="*/ 2767845 h 4685667"/>
              <a:gd name="connsiteX22" fmla="*/ 1791840 w 1825371"/>
              <a:gd name="connsiteY22" fmla="*/ 2778202 h 4685667"/>
              <a:gd name="connsiteX23" fmla="*/ 1784245 w 1825371"/>
              <a:gd name="connsiteY23" fmla="*/ 2770607 h 4685667"/>
              <a:gd name="connsiteX24" fmla="*/ 1746617 w 1825371"/>
              <a:gd name="connsiteY24" fmla="*/ 2660831 h 4685667"/>
              <a:gd name="connsiteX25" fmla="*/ 1513602 w 1825371"/>
              <a:gd name="connsiteY25" fmla="*/ 1875484 h 4685667"/>
              <a:gd name="connsiteX26" fmla="*/ 1297158 w 1825371"/>
              <a:gd name="connsiteY26" fmla="*/ 1267919 h 4685667"/>
              <a:gd name="connsiteX27" fmla="*/ 1275064 w 1825371"/>
              <a:gd name="connsiteY27" fmla="*/ 1217173 h 4685667"/>
              <a:gd name="connsiteX28" fmla="*/ 1248483 w 1825371"/>
              <a:gd name="connsiteY28" fmla="*/ 1193353 h 4685667"/>
              <a:gd name="connsiteX29" fmla="*/ 1232949 w 1825371"/>
              <a:gd name="connsiteY29" fmla="*/ 1222351 h 4685667"/>
              <a:gd name="connsiteX30" fmla="*/ 1230877 w 1825371"/>
              <a:gd name="connsiteY30" fmla="*/ 1283108 h 4685667"/>
              <a:gd name="connsiteX31" fmla="*/ 1217106 w 1825371"/>
              <a:gd name="connsiteY31" fmla="*/ 4685667 h 4685667"/>
              <a:gd name="connsiteX32" fmla="*/ 978613 w 1825371"/>
              <a:gd name="connsiteY32" fmla="*/ 4685667 h 4685667"/>
              <a:gd name="connsiteX33" fmla="*/ 1125245 w 1825371"/>
              <a:gd name="connsiteY33" fmla="*/ 1293464 h 4685667"/>
              <a:gd name="connsiteX34" fmla="*/ 1096247 w 1825371"/>
              <a:gd name="connsiteY34" fmla="*/ 1270681 h 4685667"/>
              <a:gd name="connsiteX35" fmla="*/ 984400 w 1825371"/>
              <a:gd name="connsiteY35" fmla="*/ 1242374 h 4685667"/>
              <a:gd name="connsiteX36" fmla="*/ 977149 w 1825371"/>
              <a:gd name="connsiteY36" fmla="*/ 1225458 h 4685667"/>
              <a:gd name="connsiteX37" fmla="*/ 983019 w 1825371"/>
              <a:gd name="connsiteY37" fmla="*/ 1189902 h 4685667"/>
              <a:gd name="connsiteX38" fmla="*/ 1016158 w 1825371"/>
              <a:gd name="connsiteY38" fmla="*/ 1097041 h 4685667"/>
              <a:gd name="connsiteX39" fmla="*/ 1055513 w 1825371"/>
              <a:gd name="connsiteY39" fmla="*/ 1078055 h 4685667"/>
              <a:gd name="connsiteX40" fmla="*/ 1097628 w 1825371"/>
              <a:gd name="connsiteY40" fmla="*/ 1104290 h 4685667"/>
              <a:gd name="connsiteX41" fmla="*/ 1115579 w 1825371"/>
              <a:gd name="connsiteY41" fmla="*/ 1107743 h 4685667"/>
              <a:gd name="connsiteX42" fmla="*/ 1177026 w 1825371"/>
              <a:gd name="connsiteY42" fmla="*/ 1087375 h 4685667"/>
              <a:gd name="connsiteX43" fmla="*/ 1179787 w 1825371"/>
              <a:gd name="connsiteY43" fmla="*/ 1073913 h 4685667"/>
              <a:gd name="connsiteX44" fmla="*/ 1135255 w 1825371"/>
              <a:gd name="connsiteY44" fmla="*/ 1041117 h 4685667"/>
              <a:gd name="connsiteX45" fmla="*/ 939868 w 1825371"/>
              <a:gd name="connsiteY45" fmla="*/ 883702 h 4685667"/>
              <a:gd name="connsiteX46" fmla="*/ 549783 w 1825371"/>
              <a:gd name="connsiteY46" fmla="*/ 496379 h 4685667"/>
              <a:gd name="connsiteX47" fmla="*/ 40947 w 1825371"/>
              <a:gd name="connsiteY47" fmla="*/ 48990 h 4685667"/>
              <a:gd name="connsiteX48" fmla="*/ 5735 w 1825371"/>
              <a:gd name="connsiteY48" fmla="*/ 17231 h 4685667"/>
              <a:gd name="connsiteX49" fmla="*/ 902 w 1825371"/>
              <a:gd name="connsiteY49" fmla="*/ 4114 h 4685667"/>
              <a:gd name="connsiteX50" fmla="*/ 15747 w 1825371"/>
              <a:gd name="connsiteY50" fmla="*/ 1352 h 4685667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78613 w 1825371"/>
              <a:gd name="connsiteY32" fmla="*/ 4685667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98710 w 1825371"/>
              <a:gd name="connsiteY32" fmla="*/ 4695715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98710 w 1825371"/>
              <a:gd name="connsiteY32" fmla="*/ 4695715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825371" h="4705764">
                <a:moveTo>
                  <a:pt x="15747" y="1352"/>
                </a:moveTo>
                <a:cubicBezTo>
                  <a:pt x="40601" y="7565"/>
                  <a:pt x="63040" y="19648"/>
                  <a:pt x="83062" y="34837"/>
                </a:cubicBezTo>
                <a:cubicBezTo>
                  <a:pt x="383392" y="265435"/>
                  <a:pt x="679236" y="502594"/>
                  <a:pt x="961270" y="755975"/>
                </a:cubicBezTo>
                <a:cubicBezTo>
                  <a:pt x="1053096" y="838826"/>
                  <a:pt x="1146302" y="919949"/>
                  <a:pt x="1239162" y="1001764"/>
                </a:cubicBezTo>
                <a:cubicBezTo>
                  <a:pt x="1250209" y="1011775"/>
                  <a:pt x="1262636" y="1020060"/>
                  <a:pt x="1276445" y="1025928"/>
                </a:cubicBezTo>
                <a:cubicBezTo>
                  <a:pt x="1296466" y="1034213"/>
                  <a:pt x="1308204" y="1030070"/>
                  <a:pt x="1316489" y="1009704"/>
                </a:cubicBezTo>
                <a:cubicBezTo>
                  <a:pt x="1325119" y="988991"/>
                  <a:pt x="1335821" y="968968"/>
                  <a:pt x="1345141" y="948602"/>
                </a:cubicBezTo>
                <a:cubicBezTo>
                  <a:pt x="1359640" y="917188"/>
                  <a:pt x="1382079" y="892679"/>
                  <a:pt x="1407624" y="869894"/>
                </a:cubicBezTo>
                <a:cubicBezTo>
                  <a:pt x="1517055" y="771511"/>
                  <a:pt x="1634081" y="682447"/>
                  <a:pt x="1749379" y="590967"/>
                </a:cubicBezTo>
                <a:cubicBezTo>
                  <a:pt x="1768711" y="575432"/>
                  <a:pt x="1788043" y="559898"/>
                  <a:pt x="1808066" y="545399"/>
                </a:cubicBezTo>
                <a:cubicBezTo>
                  <a:pt x="1819802" y="536769"/>
                  <a:pt x="1824634" y="539875"/>
                  <a:pt x="1825326" y="554375"/>
                </a:cubicBezTo>
                <a:cubicBezTo>
                  <a:pt x="1826015" y="568528"/>
                  <a:pt x="1818766" y="579575"/>
                  <a:pt x="1811172" y="590277"/>
                </a:cubicBezTo>
                <a:cubicBezTo>
                  <a:pt x="1783900" y="628594"/>
                  <a:pt x="1751451" y="662770"/>
                  <a:pt x="1721073" y="698326"/>
                </a:cubicBezTo>
                <a:cubicBezTo>
                  <a:pt x="1613023" y="825017"/>
                  <a:pt x="1503592" y="950328"/>
                  <a:pt x="1385877" y="1068389"/>
                </a:cubicBezTo>
                <a:cubicBezTo>
                  <a:pt x="1376900" y="1077364"/>
                  <a:pt x="1378626" y="1088411"/>
                  <a:pt x="1376211" y="1098421"/>
                </a:cubicBezTo>
                <a:cubicBezTo>
                  <a:pt x="1373449" y="1111885"/>
                  <a:pt x="1370342" y="1124658"/>
                  <a:pt x="1361366" y="1135359"/>
                </a:cubicBezTo>
                <a:cubicBezTo>
                  <a:pt x="1352736" y="1145370"/>
                  <a:pt x="1352736" y="1157798"/>
                  <a:pt x="1355153" y="1169879"/>
                </a:cubicBezTo>
                <a:cubicBezTo>
                  <a:pt x="1369651" y="1242374"/>
                  <a:pt x="1391054" y="1312796"/>
                  <a:pt x="1409696" y="1384253"/>
                </a:cubicBezTo>
                <a:cubicBezTo>
                  <a:pt x="1440764" y="1505076"/>
                  <a:pt x="1484260" y="1622102"/>
                  <a:pt x="1524994" y="1739817"/>
                </a:cubicBezTo>
                <a:cubicBezTo>
                  <a:pt x="1577466" y="1890674"/>
                  <a:pt x="1615785" y="2046016"/>
                  <a:pt x="1659971" y="2199288"/>
                </a:cubicBezTo>
                <a:cubicBezTo>
                  <a:pt x="1707264" y="2363607"/>
                  <a:pt x="1746273" y="2529998"/>
                  <a:pt x="1782864" y="2697077"/>
                </a:cubicBezTo>
                <a:cubicBezTo>
                  <a:pt x="1788043" y="2720207"/>
                  <a:pt x="1790460" y="2744026"/>
                  <a:pt x="1794257" y="2767845"/>
                </a:cubicBezTo>
                <a:cubicBezTo>
                  <a:pt x="1794947" y="2771643"/>
                  <a:pt x="1797364" y="2776822"/>
                  <a:pt x="1791840" y="2778202"/>
                </a:cubicBezTo>
                <a:cubicBezTo>
                  <a:pt x="1786662" y="2779583"/>
                  <a:pt x="1785626" y="2774405"/>
                  <a:pt x="1784245" y="2770607"/>
                </a:cubicBezTo>
                <a:cubicBezTo>
                  <a:pt x="1770437" y="2734360"/>
                  <a:pt x="1756975" y="2698113"/>
                  <a:pt x="1746617" y="2660831"/>
                </a:cubicBezTo>
                <a:cubicBezTo>
                  <a:pt x="1673779" y="2397784"/>
                  <a:pt x="1595762" y="2136116"/>
                  <a:pt x="1513602" y="1875484"/>
                </a:cubicBezTo>
                <a:cubicBezTo>
                  <a:pt x="1448704" y="1670431"/>
                  <a:pt x="1380007" y="1466759"/>
                  <a:pt x="1297158" y="1267919"/>
                </a:cubicBezTo>
                <a:cubicBezTo>
                  <a:pt x="1289909" y="1251004"/>
                  <a:pt x="1282659" y="1234089"/>
                  <a:pt x="1275064" y="1217173"/>
                </a:cubicBezTo>
                <a:cubicBezTo>
                  <a:pt x="1269541" y="1205436"/>
                  <a:pt x="1260911" y="1191628"/>
                  <a:pt x="1248483" y="1193353"/>
                </a:cubicBezTo>
                <a:cubicBezTo>
                  <a:pt x="1238128" y="1194734"/>
                  <a:pt x="1235711" y="1211649"/>
                  <a:pt x="1232949" y="1222351"/>
                </a:cubicBezTo>
                <a:cubicBezTo>
                  <a:pt x="1228115" y="1242374"/>
                  <a:pt x="1229843" y="1262740"/>
                  <a:pt x="1230877" y="1283108"/>
                </a:cubicBezTo>
                <a:cubicBezTo>
                  <a:pt x="1226287" y="2417294"/>
                  <a:pt x="1231744" y="3571578"/>
                  <a:pt x="1227154" y="4705764"/>
                </a:cubicBezTo>
                <a:lnTo>
                  <a:pt x="998710" y="4695715"/>
                </a:lnTo>
                <a:cubicBezTo>
                  <a:pt x="1020244" y="4110251"/>
                  <a:pt x="1098940" y="1865978"/>
                  <a:pt x="1125245" y="1293464"/>
                </a:cubicBezTo>
                <a:cubicBezTo>
                  <a:pt x="1126970" y="1262740"/>
                  <a:pt x="1124553" y="1258943"/>
                  <a:pt x="1096247" y="1270681"/>
                </a:cubicBezTo>
                <a:cubicBezTo>
                  <a:pt x="1050679" y="1289666"/>
                  <a:pt x="1018575" y="1263776"/>
                  <a:pt x="984400" y="1242374"/>
                </a:cubicBezTo>
                <a:cubicBezTo>
                  <a:pt x="979221" y="1238921"/>
                  <a:pt x="977841" y="1232017"/>
                  <a:pt x="977149" y="1225458"/>
                </a:cubicBezTo>
                <a:cubicBezTo>
                  <a:pt x="976115" y="1213030"/>
                  <a:pt x="978530" y="1200949"/>
                  <a:pt x="983019" y="1189902"/>
                </a:cubicBezTo>
                <a:cubicBezTo>
                  <a:pt x="995792" y="1159523"/>
                  <a:pt x="1005457" y="1128109"/>
                  <a:pt x="1016158" y="1097041"/>
                </a:cubicBezTo>
                <a:cubicBezTo>
                  <a:pt x="1022717" y="1078055"/>
                  <a:pt x="1036181" y="1071841"/>
                  <a:pt x="1055513" y="1078055"/>
                </a:cubicBezTo>
                <a:cubicBezTo>
                  <a:pt x="1071737" y="1082887"/>
                  <a:pt x="1084855" y="1093934"/>
                  <a:pt x="1097628" y="1104290"/>
                </a:cubicBezTo>
                <a:cubicBezTo>
                  <a:pt x="1103496" y="1108779"/>
                  <a:pt x="1107983" y="1110504"/>
                  <a:pt x="1115579" y="1107743"/>
                </a:cubicBezTo>
                <a:cubicBezTo>
                  <a:pt x="1135945" y="1100147"/>
                  <a:pt x="1156313" y="1093589"/>
                  <a:pt x="1177026" y="1087375"/>
                </a:cubicBezTo>
                <a:cubicBezTo>
                  <a:pt x="1187726" y="1084268"/>
                  <a:pt x="1185655" y="1080126"/>
                  <a:pt x="1179787" y="1073913"/>
                </a:cubicBezTo>
                <a:cubicBezTo>
                  <a:pt x="1166668" y="1060449"/>
                  <a:pt x="1151134" y="1050438"/>
                  <a:pt x="1135255" y="1041117"/>
                </a:cubicBezTo>
                <a:cubicBezTo>
                  <a:pt x="1062417" y="998311"/>
                  <a:pt x="998207" y="944460"/>
                  <a:pt x="939868" y="883702"/>
                </a:cubicBezTo>
                <a:cubicBezTo>
                  <a:pt x="813177" y="751488"/>
                  <a:pt x="683379" y="622035"/>
                  <a:pt x="549783" y="496379"/>
                </a:cubicBezTo>
                <a:cubicBezTo>
                  <a:pt x="385809" y="341382"/>
                  <a:pt x="211479" y="197084"/>
                  <a:pt x="40947" y="48990"/>
                </a:cubicBezTo>
                <a:cubicBezTo>
                  <a:pt x="28864" y="38635"/>
                  <a:pt x="17472" y="27933"/>
                  <a:pt x="5735" y="17231"/>
                </a:cubicBezTo>
                <a:cubicBezTo>
                  <a:pt x="2283" y="13780"/>
                  <a:pt x="-1859" y="9292"/>
                  <a:pt x="902" y="4114"/>
                </a:cubicBezTo>
                <a:cubicBezTo>
                  <a:pt x="4009" y="-1755"/>
                  <a:pt x="10568" y="-29"/>
                  <a:pt x="15747" y="1352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226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A80C23-9532-403F-8276-9AD3849FBC9A}"/>
              </a:ext>
            </a:extLst>
          </p:cNvPr>
          <p:cNvSpPr/>
          <p:nvPr userDrawn="1"/>
        </p:nvSpPr>
        <p:spPr>
          <a:xfrm rot="3600000" flipV="1">
            <a:off x="1481923" y="-359509"/>
            <a:ext cx="1739424" cy="2395147"/>
          </a:xfrm>
          <a:custGeom>
            <a:avLst/>
            <a:gdLst>
              <a:gd name="connsiteX0" fmla="*/ 1077528 w 1739424"/>
              <a:gd name="connsiteY0" fmla="*/ 398319 h 2395147"/>
              <a:gd name="connsiteX1" fmla="*/ 1067918 w 1739424"/>
              <a:gd name="connsiteY1" fmla="*/ 380004 h 2395147"/>
              <a:gd name="connsiteX2" fmla="*/ 1092561 w 1739424"/>
              <a:gd name="connsiteY2" fmla="*/ 411557 h 2395147"/>
              <a:gd name="connsiteX3" fmla="*/ 1093901 w 1739424"/>
              <a:gd name="connsiteY3" fmla="*/ 415398 h 2395147"/>
              <a:gd name="connsiteX4" fmla="*/ 1090150 w 1739424"/>
              <a:gd name="connsiteY4" fmla="*/ 414575 h 2395147"/>
              <a:gd name="connsiteX5" fmla="*/ 1077528 w 1739424"/>
              <a:gd name="connsiteY5" fmla="*/ 398319 h 2395147"/>
              <a:gd name="connsiteX6" fmla="*/ 1064970 w 1739424"/>
              <a:gd name="connsiteY6" fmla="*/ 378632 h 2395147"/>
              <a:gd name="connsiteX7" fmla="*/ 1065239 w 1739424"/>
              <a:gd name="connsiteY7" fmla="*/ 377535 h 2395147"/>
              <a:gd name="connsiteX8" fmla="*/ 1067113 w 1739424"/>
              <a:gd name="connsiteY8" fmla="*/ 379456 h 2395147"/>
              <a:gd name="connsiteX9" fmla="*/ 1064970 w 1739424"/>
              <a:gd name="connsiteY9" fmla="*/ 378632 h 2395147"/>
              <a:gd name="connsiteX10" fmla="*/ 1734633 w 1739424"/>
              <a:gd name="connsiteY10" fmla="*/ 2247062 h 2395147"/>
              <a:gd name="connsiteX11" fmla="*/ 1739424 w 1739424"/>
              <a:gd name="connsiteY11" fmla="*/ 2180709 h 2395147"/>
              <a:gd name="connsiteX12" fmla="*/ 1737481 w 1739424"/>
              <a:gd name="connsiteY12" fmla="*/ 2187429 h 2395147"/>
              <a:gd name="connsiteX13" fmla="*/ 1734633 w 1739424"/>
              <a:gd name="connsiteY13" fmla="*/ 2247062 h 2395147"/>
              <a:gd name="connsiteX14" fmla="*/ 51484 w 1739424"/>
              <a:gd name="connsiteY14" fmla="*/ 1299625 h 2395147"/>
              <a:gd name="connsiteX15" fmla="*/ 225973 w 1739424"/>
              <a:gd name="connsiteY15" fmla="*/ 1500814 h 2395147"/>
              <a:gd name="connsiteX16" fmla="*/ 421792 w 1739424"/>
              <a:gd name="connsiteY16" fmla="*/ 1544987 h 2395147"/>
              <a:gd name="connsiteX17" fmla="*/ 528944 w 1739424"/>
              <a:gd name="connsiteY17" fmla="*/ 1408075 h 2395147"/>
              <a:gd name="connsiteX18" fmla="*/ 515014 w 1739424"/>
              <a:gd name="connsiteY18" fmla="*/ 1396279 h 2395147"/>
              <a:gd name="connsiteX19" fmla="*/ 348661 w 1739424"/>
              <a:gd name="connsiteY19" fmla="*/ 1408350 h 2395147"/>
              <a:gd name="connsiteX20" fmla="*/ 279815 w 1739424"/>
              <a:gd name="connsiteY20" fmla="*/ 1396004 h 2395147"/>
              <a:gd name="connsiteX21" fmla="*/ 319463 w 1739424"/>
              <a:gd name="connsiteY21" fmla="*/ 1397376 h 2395147"/>
              <a:gd name="connsiteX22" fmla="*/ 483940 w 1739424"/>
              <a:gd name="connsiteY22" fmla="*/ 1374603 h 2395147"/>
              <a:gd name="connsiteX23" fmla="*/ 539659 w 1739424"/>
              <a:gd name="connsiteY23" fmla="*/ 1360061 h 2395147"/>
              <a:gd name="connsiteX24" fmla="*/ 725033 w 1739424"/>
              <a:gd name="connsiteY24" fmla="*/ 1297230 h 2395147"/>
              <a:gd name="connsiteX25" fmla="*/ 885491 w 1739424"/>
              <a:gd name="connsiteY25" fmla="*/ 1249489 h 2395147"/>
              <a:gd name="connsiteX26" fmla="*/ 965854 w 1739424"/>
              <a:gd name="connsiteY26" fmla="*/ 1237965 h 2395147"/>
              <a:gd name="connsiteX27" fmla="*/ 1140675 w 1739424"/>
              <a:gd name="connsiteY27" fmla="*/ 1261289 h 2395147"/>
              <a:gd name="connsiteX28" fmla="*/ 1430909 w 1739424"/>
              <a:gd name="connsiteY28" fmla="*/ 1481407 h 2395147"/>
              <a:gd name="connsiteX29" fmla="*/ 1549564 w 1739424"/>
              <a:gd name="connsiteY29" fmla="*/ 1651718 h 2395147"/>
              <a:gd name="connsiteX30" fmla="*/ 1557415 w 1739424"/>
              <a:gd name="connsiteY30" fmla="*/ 1670822 h 2395147"/>
              <a:gd name="connsiteX31" fmla="*/ 1555525 w 1739424"/>
              <a:gd name="connsiteY31" fmla="*/ 1670473 h 2395147"/>
              <a:gd name="connsiteX32" fmla="*/ 1398512 w 1739424"/>
              <a:gd name="connsiteY32" fmla="*/ 1652472 h 2395147"/>
              <a:gd name="connsiteX33" fmla="*/ 1046085 w 1739424"/>
              <a:gd name="connsiteY33" fmla="*/ 1706261 h 2395147"/>
              <a:gd name="connsiteX34" fmla="*/ 1003447 w 1739424"/>
              <a:gd name="connsiteY34" fmla="*/ 1719049 h 2395147"/>
              <a:gd name="connsiteX35" fmla="*/ 1087567 w 1739424"/>
              <a:gd name="connsiteY35" fmla="*/ 1688103 h 2395147"/>
              <a:gd name="connsiteX36" fmla="*/ 1370422 w 1739424"/>
              <a:gd name="connsiteY36" fmla="*/ 1632771 h 2395147"/>
              <a:gd name="connsiteX37" fmla="*/ 1376144 w 1739424"/>
              <a:gd name="connsiteY37" fmla="*/ 1623897 h 2395147"/>
              <a:gd name="connsiteX38" fmla="*/ 1329191 w 1739424"/>
              <a:gd name="connsiteY38" fmla="*/ 1578151 h 2395147"/>
              <a:gd name="connsiteX39" fmla="*/ 1229320 w 1739424"/>
              <a:gd name="connsiteY39" fmla="*/ 1559619 h 2395147"/>
              <a:gd name="connsiteX40" fmla="*/ 996653 w 1739424"/>
              <a:gd name="connsiteY40" fmla="*/ 1626677 h 2395147"/>
              <a:gd name="connsiteX41" fmla="*/ 863114 w 1739424"/>
              <a:gd name="connsiteY41" fmla="*/ 1736938 h 2395147"/>
              <a:gd name="connsiteX42" fmla="*/ 811586 w 1739424"/>
              <a:gd name="connsiteY42" fmla="*/ 1832416 h 2395147"/>
              <a:gd name="connsiteX43" fmla="*/ 807916 w 1739424"/>
              <a:gd name="connsiteY43" fmla="*/ 1845357 h 2395147"/>
              <a:gd name="connsiteX44" fmla="*/ 807963 w 1739424"/>
              <a:gd name="connsiteY44" fmla="*/ 1848892 h 2395147"/>
              <a:gd name="connsiteX45" fmla="*/ 879991 w 1739424"/>
              <a:gd name="connsiteY45" fmla="*/ 1820168 h 2395147"/>
              <a:gd name="connsiteX46" fmla="*/ 1011289 w 1739424"/>
              <a:gd name="connsiteY46" fmla="*/ 1801302 h 2395147"/>
              <a:gd name="connsiteX47" fmla="*/ 1249185 w 1739424"/>
              <a:gd name="connsiteY47" fmla="*/ 1765402 h 2395147"/>
              <a:gd name="connsiteX48" fmla="*/ 1343560 w 1739424"/>
              <a:gd name="connsiteY48" fmla="*/ 1722610 h 2395147"/>
              <a:gd name="connsiteX49" fmla="*/ 1376800 w 1739424"/>
              <a:gd name="connsiteY49" fmla="*/ 1677991 h 2395147"/>
              <a:gd name="connsiteX50" fmla="*/ 1387169 w 1739424"/>
              <a:gd name="connsiteY50" fmla="*/ 1672942 h 2395147"/>
              <a:gd name="connsiteX51" fmla="*/ 1500972 w 1739424"/>
              <a:gd name="connsiteY51" fmla="*/ 1682857 h 2395147"/>
              <a:gd name="connsiteX52" fmla="*/ 1566833 w 1739424"/>
              <a:gd name="connsiteY52" fmla="*/ 1693739 h 2395147"/>
              <a:gd name="connsiteX53" fmla="*/ 1593093 w 1739424"/>
              <a:gd name="connsiteY53" fmla="*/ 1757638 h 2395147"/>
              <a:gd name="connsiteX54" fmla="*/ 1627517 w 1739424"/>
              <a:gd name="connsiteY54" fmla="*/ 1871216 h 2395147"/>
              <a:gd name="connsiteX55" fmla="*/ 1642518 w 1739424"/>
              <a:gd name="connsiteY55" fmla="*/ 1943101 h 2395147"/>
              <a:gd name="connsiteX56" fmla="*/ 1641715 w 1739424"/>
              <a:gd name="connsiteY56" fmla="*/ 2189761 h 2395147"/>
              <a:gd name="connsiteX57" fmla="*/ 1669305 w 1739424"/>
              <a:gd name="connsiteY57" fmla="*/ 2379903 h 2395147"/>
              <a:gd name="connsiteX58" fmla="*/ 1669117 w 1739424"/>
              <a:gd name="connsiteY58" fmla="*/ 2383495 h 2395147"/>
              <a:gd name="connsiteX59" fmla="*/ 1722169 w 1739424"/>
              <a:gd name="connsiteY59" fmla="*/ 2376292 h 2395147"/>
              <a:gd name="connsiteX60" fmla="*/ 1680021 w 1739424"/>
              <a:gd name="connsiteY60" fmla="*/ 2119798 h 2395147"/>
              <a:gd name="connsiteX61" fmla="*/ 1684306 w 1739424"/>
              <a:gd name="connsiteY61" fmla="*/ 1712628 h 2395147"/>
              <a:gd name="connsiteX62" fmla="*/ 1631534 w 1739424"/>
              <a:gd name="connsiteY62" fmla="*/ 1258270 h 2395147"/>
              <a:gd name="connsiteX63" fmla="*/ 1545546 w 1739424"/>
              <a:gd name="connsiteY63" fmla="*/ 1033010 h 2395147"/>
              <a:gd name="connsiteX64" fmla="*/ 1482058 w 1739424"/>
              <a:gd name="connsiteY64" fmla="*/ 912011 h 2395147"/>
              <a:gd name="connsiteX65" fmla="*/ 1482326 w 1739424"/>
              <a:gd name="connsiteY65" fmla="*/ 893903 h 2395147"/>
              <a:gd name="connsiteX66" fmla="*/ 1498131 w 1739424"/>
              <a:gd name="connsiteY66" fmla="*/ 852199 h 2395147"/>
              <a:gd name="connsiteX67" fmla="*/ 1490363 w 1739424"/>
              <a:gd name="connsiteY67" fmla="*/ 758088 h 2395147"/>
              <a:gd name="connsiteX68" fmla="*/ 1392854 w 1739424"/>
              <a:gd name="connsiteY68" fmla="*/ 556701 h 2395147"/>
              <a:gd name="connsiteX69" fmla="*/ 1132209 w 1739424"/>
              <a:gd name="connsiteY69" fmla="*/ 271353 h 2395147"/>
              <a:gd name="connsiteX70" fmla="*/ 813699 w 1739424"/>
              <a:gd name="connsiteY70" fmla="*/ 1097 h 2395147"/>
              <a:gd name="connsiteX71" fmla="*/ 810218 w 1739424"/>
              <a:gd name="connsiteY71" fmla="*/ 0 h 2395147"/>
              <a:gd name="connsiteX72" fmla="*/ 810486 w 1739424"/>
              <a:gd name="connsiteY72" fmla="*/ 4391 h 2395147"/>
              <a:gd name="connsiteX73" fmla="*/ 914155 w 1739424"/>
              <a:gd name="connsiteY73" fmla="*/ 340496 h 2395147"/>
              <a:gd name="connsiteX74" fmla="*/ 1228378 w 1739424"/>
              <a:gd name="connsiteY74" fmla="*/ 826682 h 2395147"/>
              <a:gd name="connsiteX75" fmla="*/ 1341690 w 1739424"/>
              <a:gd name="connsiteY75" fmla="*/ 917499 h 2395147"/>
              <a:gd name="connsiteX76" fmla="*/ 1412410 w 1739424"/>
              <a:gd name="connsiteY76" fmla="*/ 934785 h 2395147"/>
              <a:gd name="connsiteX77" fmla="*/ 1420713 w 1739424"/>
              <a:gd name="connsiteY77" fmla="*/ 920793 h 2395147"/>
              <a:gd name="connsiteX78" fmla="*/ 1351601 w 1739424"/>
              <a:gd name="connsiteY78" fmla="*/ 800342 h 2395147"/>
              <a:gd name="connsiteX79" fmla="*/ 1099795 w 1739424"/>
              <a:gd name="connsiteY79" fmla="*/ 430764 h 2395147"/>
              <a:gd name="connsiteX80" fmla="*/ 1092829 w 1739424"/>
              <a:gd name="connsiteY80" fmla="*/ 418142 h 2395147"/>
              <a:gd name="connsiteX81" fmla="*/ 1101403 w 1739424"/>
              <a:gd name="connsiteY81" fmla="*/ 424179 h 2395147"/>
              <a:gd name="connsiteX82" fmla="*/ 1305794 w 1739424"/>
              <a:gd name="connsiteY82" fmla="*/ 694435 h 2395147"/>
              <a:gd name="connsiteX83" fmla="*/ 1424463 w 1739424"/>
              <a:gd name="connsiteY83" fmla="*/ 872227 h 2395147"/>
              <a:gd name="connsiteX84" fmla="*/ 1500810 w 1739424"/>
              <a:gd name="connsiteY84" fmla="*/ 1008316 h 2395147"/>
              <a:gd name="connsiteX85" fmla="*/ 1610640 w 1739424"/>
              <a:gd name="connsiteY85" fmla="*/ 1310125 h 2395147"/>
              <a:gd name="connsiteX86" fmla="*/ 1646268 w 1739424"/>
              <a:gd name="connsiteY86" fmla="*/ 1762565 h 2395147"/>
              <a:gd name="connsiteX87" fmla="*/ 1643589 w 1739424"/>
              <a:gd name="connsiteY87" fmla="*/ 1766407 h 2395147"/>
              <a:gd name="connsiteX88" fmla="*/ 1637160 w 1739424"/>
              <a:gd name="connsiteY88" fmla="*/ 1747474 h 2395147"/>
              <a:gd name="connsiteX89" fmla="*/ 1480720 w 1739424"/>
              <a:gd name="connsiteY89" fmla="*/ 1478590 h 2395147"/>
              <a:gd name="connsiteX90" fmla="*/ 1140741 w 1739424"/>
              <a:gd name="connsiteY90" fmla="*/ 1210217 h 2395147"/>
              <a:gd name="connsiteX91" fmla="*/ 942550 w 1739424"/>
              <a:gd name="connsiteY91" fmla="*/ 1071697 h 2395147"/>
              <a:gd name="connsiteX92" fmla="*/ 710299 w 1739424"/>
              <a:gd name="connsiteY92" fmla="*/ 861253 h 2395147"/>
              <a:gd name="connsiteX93" fmla="*/ 706012 w 1739424"/>
              <a:gd name="connsiteY93" fmla="*/ 845339 h 2395147"/>
              <a:gd name="connsiteX94" fmla="*/ 722086 w 1739424"/>
              <a:gd name="connsiteY94" fmla="*/ 767417 h 2395147"/>
              <a:gd name="connsiteX95" fmla="*/ 679759 w 1739424"/>
              <a:gd name="connsiteY95" fmla="*/ 625567 h 2395147"/>
              <a:gd name="connsiteX96" fmla="*/ 497603 w 1739424"/>
              <a:gd name="connsiteY96" fmla="*/ 336106 h 2395147"/>
              <a:gd name="connsiteX97" fmla="*/ 396076 w 1739424"/>
              <a:gd name="connsiteY97" fmla="*/ 177244 h 2395147"/>
              <a:gd name="connsiteX98" fmla="*/ 359644 w 1739424"/>
              <a:gd name="connsiteY98" fmla="*/ 72707 h 2395147"/>
              <a:gd name="connsiteX99" fmla="*/ 355893 w 1739424"/>
              <a:gd name="connsiteY99" fmla="*/ 76001 h 2395147"/>
              <a:gd name="connsiteX100" fmla="*/ 345714 w 1739424"/>
              <a:gd name="connsiteY100" fmla="*/ 92187 h 2395147"/>
              <a:gd name="connsiteX101" fmla="*/ 293210 w 1739424"/>
              <a:gd name="connsiteY101" fmla="*/ 237881 h 2395147"/>
              <a:gd name="connsiteX102" fmla="*/ 300978 w 1739424"/>
              <a:gd name="connsiteY102" fmla="*/ 485638 h 2395147"/>
              <a:gd name="connsiteX103" fmla="*/ 445633 w 1739424"/>
              <a:gd name="connsiteY103" fmla="*/ 798970 h 2395147"/>
              <a:gd name="connsiteX104" fmla="*/ 557339 w 1739424"/>
              <a:gd name="connsiteY104" fmla="*/ 888690 h 2395147"/>
              <a:gd name="connsiteX105" fmla="*/ 648686 w 1739424"/>
              <a:gd name="connsiteY105" fmla="*/ 895823 h 2395147"/>
              <a:gd name="connsiteX106" fmla="*/ 652705 w 1739424"/>
              <a:gd name="connsiteY106" fmla="*/ 881283 h 2395147"/>
              <a:gd name="connsiteX107" fmla="*/ 449383 w 1739424"/>
              <a:gd name="connsiteY107" fmla="*/ 525148 h 2395147"/>
              <a:gd name="connsiteX108" fmla="*/ 404113 w 1739424"/>
              <a:gd name="connsiteY108" fmla="*/ 405521 h 2395147"/>
              <a:gd name="connsiteX109" fmla="*/ 430098 w 1739424"/>
              <a:gd name="connsiteY109" fmla="*/ 463414 h 2395147"/>
              <a:gd name="connsiteX110" fmla="*/ 699315 w 1739424"/>
              <a:gd name="connsiteY110" fmla="*/ 892806 h 2395147"/>
              <a:gd name="connsiteX111" fmla="*/ 1003893 w 1739424"/>
              <a:gd name="connsiteY111" fmla="*/ 1157849 h 2395147"/>
              <a:gd name="connsiteX112" fmla="*/ 1056131 w 1739424"/>
              <a:gd name="connsiteY112" fmla="*/ 1196809 h 2395147"/>
              <a:gd name="connsiteX113" fmla="*/ 1026396 w 1739424"/>
              <a:gd name="connsiteY113" fmla="*/ 1194890 h 2395147"/>
              <a:gd name="connsiteX114" fmla="*/ 847988 w 1739424"/>
              <a:gd name="connsiteY114" fmla="*/ 1218760 h 2395147"/>
              <a:gd name="connsiteX115" fmla="*/ 525462 w 1739424"/>
              <a:gd name="connsiteY115" fmla="*/ 1334545 h 2395147"/>
              <a:gd name="connsiteX116" fmla="*/ 506711 w 1739424"/>
              <a:gd name="connsiteY116" fmla="*/ 1327960 h 2395147"/>
              <a:gd name="connsiteX117" fmla="*/ 302050 w 1739424"/>
              <a:gd name="connsiteY117" fmla="*/ 1262933 h 2395147"/>
              <a:gd name="connsiteX118" fmla="*/ 0 w 1739424"/>
              <a:gd name="connsiteY118" fmla="*/ 1208733 h 2395147"/>
              <a:gd name="connsiteX119" fmla="*/ 51484 w 1739424"/>
              <a:gd name="connsiteY119" fmla="*/ 1299625 h 2395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739424" h="2395147">
                <a:moveTo>
                  <a:pt x="1077528" y="398319"/>
                </a:moveTo>
                <a:cubicBezTo>
                  <a:pt x="1073409" y="392832"/>
                  <a:pt x="1069793" y="387001"/>
                  <a:pt x="1067918" y="380004"/>
                </a:cubicBezTo>
                <a:cubicBezTo>
                  <a:pt x="1077560" y="389333"/>
                  <a:pt x="1085061" y="400308"/>
                  <a:pt x="1092561" y="411557"/>
                </a:cubicBezTo>
                <a:cubicBezTo>
                  <a:pt x="1093366" y="412654"/>
                  <a:pt x="1095240" y="413478"/>
                  <a:pt x="1093901" y="415398"/>
                </a:cubicBezTo>
                <a:cubicBezTo>
                  <a:pt x="1092295" y="417319"/>
                  <a:pt x="1091222" y="415673"/>
                  <a:pt x="1090150" y="414575"/>
                </a:cubicBezTo>
                <a:cubicBezTo>
                  <a:pt x="1086267" y="408951"/>
                  <a:pt x="1081646" y="403807"/>
                  <a:pt x="1077528" y="398319"/>
                </a:cubicBezTo>
                <a:close/>
                <a:moveTo>
                  <a:pt x="1064970" y="378632"/>
                </a:moveTo>
                <a:cubicBezTo>
                  <a:pt x="1064970" y="378359"/>
                  <a:pt x="1065239" y="377810"/>
                  <a:pt x="1065239" y="377535"/>
                </a:cubicBezTo>
                <a:lnTo>
                  <a:pt x="1067113" y="379456"/>
                </a:lnTo>
                <a:cubicBezTo>
                  <a:pt x="1066310" y="380279"/>
                  <a:pt x="1065507" y="380004"/>
                  <a:pt x="1064970" y="378632"/>
                </a:cubicBezTo>
                <a:close/>
                <a:moveTo>
                  <a:pt x="1734633" y="2247062"/>
                </a:moveTo>
                <a:lnTo>
                  <a:pt x="1739424" y="2180709"/>
                </a:lnTo>
                <a:lnTo>
                  <a:pt x="1737481" y="2187429"/>
                </a:lnTo>
                <a:cubicBezTo>
                  <a:pt x="1736531" y="2207307"/>
                  <a:pt x="1735583" y="2227184"/>
                  <a:pt x="1734633" y="2247062"/>
                </a:cubicBezTo>
                <a:close/>
                <a:moveTo>
                  <a:pt x="51484" y="1299625"/>
                </a:moveTo>
                <a:cubicBezTo>
                  <a:pt x="107250" y="1386350"/>
                  <a:pt x="173250" y="1458783"/>
                  <a:pt x="225973" y="1500814"/>
                </a:cubicBezTo>
                <a:cubicBezTo>
                  <a:pt x="296271" y="1556856"/>
                  <a:pt x="349466" y="1562823"/>
                  <a:pt x="421792" y="1544987"/>
                </a:cubicBezTo>
                <a:cubicBezTo>
                  <a:pt x="494924" y="1526879"/>
                  <a:pt x="532962" y="1478041"/>
                  <a:pt x="528944" y="1408075"/>
                </a:cubicBezTo>
                <a:cubicBezTo>
                  <a:pt x="528409" y="1397649"/>
                  <a:pt x="526265" y="1394083"/>
                  <a:pt x="515014" y="1396279"/>
                </a:cubicBezTo>
                <a:cubicBezTo>
                  <a:pt x="460099" y="1406978"/>
                  <a:pt x="404648" y="1412191"/>
                  <a:pt x="348661" y="1408350"/>
                </a:cubicBezTo>
                <a:cubicBezTo>
                  <a:pt x="326160" y="1406978"/>
                  <a:pt x="303657" y="1403412"/>
                  <a:pt x="279815" y="1396004"/>
                </a:cubicBezTo>
                <a:cubicBezTo>
                  <a:pt x="294818" y="1392986"/>
                  <a:pt x="307139" y="1396827"/>
                  <a:pt x="319463" y="1397376"/>
                </a:cubicBezTo>
                <a:cubicBezTo>
                  <a:pt x="375717" y="1400120"/>
                  <a:pt x="429829" y="1388870"/>
                  <a:pt x="483940" y="1374603"/>
                </a:cubicBezTo>
                <a:cubicBezTo>
                  <a:pt x="502424" y="1369665"/>
                  <a:pt x="521443" y="1365549"/>
                  <a:pt x="539659" y="1360061"/>
                </a:cubicBezTo>
                <a:cubicBezTo>
                  <a:pt x="602343" y="1341953"/>
                  <a:pt x="663419" y="1318632"/>
                  <a:pt x="725033" y="1297230"/>
                </a:cubicBezTo>
                <a:cubicBezTo>
                  <a:pt x="777804" y="1278847"/>
                  <a:pt x="831379" y="1263208"/>
                  <a:pt x="885491" y="1249489"/>
                </a:cubicBezTo>
                <a:lnTo>
                  <a:pt x="965854" y="1237965"/>
                </a:lnTo>
                <a:cubicBezTo>
                  <a:pt x="1008386" y="1239932"/>
                  <a:pt x="1063167" y="1220715"/>
                  <a:pt x="1140675" y="1261289"/>
                </a:cubicBezTo>
                <a:cubicBezTo>
                  <a:pt x="1218186" y="1301862"/>
                  <a:pt x="1362760" y="1416335"/>
                  <a:pt x="1430909" y="1481407"/>
                </a:cubicBezTo>
                <a:cubicBezTo>
                  <a:pt x="1499057" y="1546478"/>
                  <a:pt x="1516795" y="1586751"/>
                  <a:pt x="1549564" y="1651718"/>
                </a:cubicBezTo>
                <a:lnTo>
                  <a:pt x="1557415" y="1670822"/>
                </a:lnTo>
                <a:lnTo>
                  <a:pt x="1555525" y="1670473"/>
                </a:lnTo>
                <a:cubicBezTo>
                  <a:pt x="1503614" y="1661478"/>
                  <a:pt x="1446534" y="1653334"/>
                  <a:pt x="1398512" y="1652472"/>
                </a:cubicBezTo>
                <a:cubicBezTo>
                  <a:pt x="1277780" y="1650277"/>
                  <a:pt x="1160915" y="1670735"/>
                  <a:pt x="1046085" y="1706261"/>
                </a:cubicBezTo>
                <a:cubicBezTo>
                  <a:pt x="1031962" y="1710529"/>
                  <a:pt x="1017823" y="1715069"/>
                  <a:pt x="1003447" y="1719049"/>
                </a:cubicBezTo>
                <a:cubicBezTo>
                  <a:pt x="1030832" y="1706926"/>
                  <a:pt x="1059271" y="1697451"/>
                  <a:pt x="1087567" y="1688103"/>
                </a:cubicBezTo>
                <a:cubicBezTo>
                  <a:pt x="1179405" y="1657507"/>
                  <a:pt x="1273537" y="1637923"/>
                  <a:pt x="1370422" y="1632771"/>
                </a:cubicBezTo>
                <a:cubicBezTo>
                  <a:pt x="1377778" y="1632422"/>
                  <a:pt x="1379106" y="1630739"/>
                  <a:pt x="1376144" y="1623897"/>
                </a:cubicBezTo>
                <a:cubicBezTo>
                  <a:pt x="1366655" y="1602111"/>
                  <a:pt x="1350034" y="1587888"/>
                  <a:pt x="1329191" y="1578151"/>
                </a:cubicBezTo>
                <a:cubicBezTo>
                  <a:pt x="1297530" y="1563385"/>
                  <a:pt x="1263689" y="1559482"/>
                  <a:pt x="1229320" y="1559619"/>
                </a:cubicBezTo>
                <a:cubicBezTo>
                  <a:pt x="1145365" y="1560020"/>
                  <a:pt x="1068453" y="1584359"/>
                  <a:pt x="996653" y="1626677"/>
                </a:cubicBezTo>
                <a:cubicBezTo>
                  <a:pt x="946428" y="1656370"/>
                  <a:pt x="899719" y="1690631"/>
                  <a:pt x="863114" y="1736938"/>
                </a:cubicBezTo>
                <a:cubicBezTo>
                  <a:pt x="840384" y="1765651"/>
                  <a:pt x="822768" y="1797268"/>
                  <a:pt x="811586" y="1832416"/>
                </a:cubicBezTo>
                <a:cubicBezTo>
                  <a:pt x="810229" y="1836675"/>
                  <a:pt x="809000" y="1841079"/>
                  <a:pt x="807916" y="1845357"/>
                </a:cubicBezTo>
                <a:cubicBezTo>
                  <a:pt x="807864" y="1846169"/>
                  <a:pt x="807939" y="1847124"/>
                  <a:pt x="807963" y="1848892"/>
                </a:cubicBezTo>
                <a:cubicBezTo>
                  <a:pt x="831400" y="1836927"/>
                  <a:pt x="855096" y="1827287"/>
                  <a:pt x="879991" y="1820168"/>
                </a:cubicBezTo>
                <a:cubicBezTo>
                  <a:pt x="922865" y="1807938"/>
                  <a:pt x="966993" y="1803800"/>
                  <a:pt x="1011289" y="1801302"/>
                </a:cubicBezTo>
                <a:cubicBezTo>
                  <a:pt x="1091805" y="1797289"/>
                  <a:pt x="1171657" y="1788752"/>
                  <a:pt x="1249185" y="1765402"/>
                </a:cubicBezTo>
                <a:cubicBezTo>
                  <a:pt x="1282546" y="1755423"/>
                  <a:pt x="1315560" y="1744472"/>
                  <a:pt x="1343560" y="1722610"/>
                </a:cubicBezTo>
                <a:cubicBezTo>
                  <a:pt x="1358845" y="1710673"/>
                  <a:pt x="1371004" y="1696638"/>
                  <a:pt x="1376800" y="1677991"/>
                </a:cubicBezTo>
                <a:cubicBezTo>
                  <a:pt x="1378851" y="1671330"/>
                  <a:pt x="1382967" y="1672813"/>
                  <a:pt x="1387169" y="1672942"/>
                </a:cubicBezTo>
                <a:cubicBezTo>
                  <a:pt x="1424336" y="1673661"/>
                  <a:pt x="1463273" y="1677620"/>
                  <a:pt x="1500972" y="1682857"/>
                </a:cubicBezTo>
                <a:lnTo>
                  <a:pt x="1566833" y="1693739"/>
                </a:lnTo>
                <a:lnTo>
                  <a:pt x="1593093" y="1757638"/>
                </a:lnTo>
                <a:cubicBezTo>
                  <a:pt x="1605907" y="1794995"/>
                  <a:pt x="1617203" y="1833627"/>
                  <a:pt x="1627517" y="1871216"/>
                </a:cubicBezTo>
                <a:cubicBezTo>
                  <a:pt x="1633946" y="1894812"/>
                  <a:pt x="1643322" y="1918133"/>
                  <a:pt x="1642518" y="1943101"/>
                </a:cubicBezTo>
                <a:cubicBezTo>
                  <a:pt x="1640107" y="2025412"/>
                  <a:pt x="1638499" y="2107725"/>
                  <a:pt x="1641715" y="2189761"/>
                </a:cubicBezTo>
                <a:cubicBezTo>
                  <a:pt x="1644125" y="2253964"/>
                  <a:pt x="1644928" y="2318717"/>
                  <a:pt x="1669305" y="2379903"/>
                </a:cubicBezTo>
                <a:cubicBezTo>
                  <a:pt x="1669242" y="2381100"/>
                  <a:pt x="1669180" y="2382297"/>
                  <a:pt x="1669117" y="2383495"/>
                </a:cubicBezTo>
                <a:cubicBezTo>
                  <a:pt x="1673135" y="2372016"/>
                  <a:pt x="1720350" y="2420240"/>
                  <a:pt x="1722169" y="2376292"/>
                </a:cubicBezTo>
                <a:cubicBezTo>
                  <a:pt x="1711719" y="2312911"/>
                  <a:pt x="1681361" y="2183726"/>
                  <a:pt x="1680021" y="2119798"/>
                </a:cubicBezTo>
                <a:cubicBezTo>
                  <a:pt x="1677610" y="1983983"/>
                  <a:pt x="1684308" y="1848168"/>
                  <a:pt x="1684306" y="1712628"/>
                </a:cubicBezTo>
                <a:cubicBezTo>
                  <a:pt x="1684306" y="1558981"/>
                  <a:pt x="1673055" y="1406703"/>
                  <a:pt x="1631534" y="1258270"/>
                </a:cubicBezTo>
                <a:cubicBezTo>
                  <a:pt x="1609835" y="1180348"/>
                  <a:pt x="1581442" y="1105169"/>
                  <a:pt x="1545546" y="1033010"/>
                </a:cubicBezTo>
                <a:cubicBezTo>
                  <a:pt x="1520632" y="975301"/>
                  <a:pt x="1492596" y="935197"/>
                  <a:pt x="1482058" y="912011"/>
                </a:cubicBezTo>
                <a:cubicBezTo>
                  <a:pt x="1478307" y="905426"/>
                  <a:pt x="1477504" y="900763"/>
                  <a:pt x="1482326" y="893903"/>
                </a:cubicBezTo>
                <a:cubicBezTo>
                  <a:pt x="1491434" y="881558"/>
                  <a:pt x="1495452" y="867289"/>
                  <a:pt x="1498131" y="852199"/>
                </a:cubicBezTo>
                <a:cubicBezTo>
                  <a:pt x="1504024" y="820097"/>
                  <a:pt x="1498131" y="788819"/>
                  <a:pt x="1490363" y="758088"/>
                </a:cubicBezTo>
                <a:cubicBezTo>
                  <a:pt x="1471344" y="684284"/>
                  <a:pt x="1433840" y="619531"/>
                  <a:pt x="1392854" y="556701"/>
                </a:cubicBezTo>
                <a:cubicBezTo>
                  <a:pt x="1321331" y="446953"/>
                  <a:pt x="1229715" y="356135"/>
                  <a:pt x="1132209" y="271353"/>
                </a:cubicBezTo>
                <a:cubicBezTo>
                  <a:pt x="1027199" y="179713"/>
                  <a:pt x="917637" y="94109"/>
                  <a:pt x="813699" y="1097"/>
                </a:cubicBezTo>
                <a:cubicBezTo>
                  <a:pt x="812897" y="275"/>
                  <a:pt x="811557" y="275"/>
                  <a:pt x="810218" y="0"/>
                </a:cubicBezTo>
                <a:cubicBezTo>
                  <a:pt x="810218" y="1920"/>
                  <a:pt x="810218" y="3292"/>
                  <a:pt x="810486" y="4391"/>
                </a:cubicBezTo>
                <a:cubicBezTo>
                  <a:pt x="830845" y="120998"/>
                  <a:pt x="868080" y="232118"/>
                  <a:pt x="914155" y="340496"/>
                </a:cubicBezTo>
                <a:cubicBezTo>
                  <a:pt x="991303" y="521307"/>
                  <a:pt x="1092561" y="685930"/>
                  <a:pt x="1228378" y="826682"/>
                </a:cubicBezTo>
                <a:cubicBezTo>
                  <a:pt x="1262397" y="861803"/>
                  <a:pt x="1298293" y="894726"/>
                  <a:pt x="1341690" y="917499"/>
                </a:cubicBezTo>
                <a:cubicBezTo>
                  <a:pt x="1363924" y="929022"/>
                  <a:pt x="1387228" y="936431"/>
                  <a:pt x="1412410" y="934785"/>
                </a:cubicBezTo>
                <a:cubicBezTo>
                  <a:pt x="1427143" y="933960"/>
                  <a:pt x="1427411" y="933688"/>
                  <a:pt x="1420713" y="920793"/>
                </a:cubicBezTo>
                <a:cubicBezTo>
                  <a:pt x="1399015" y="879911"/>
                  <a:pt x="1375709" y="839852"/>
                  <a:pt x="1351601" y="800342"/>
                </a:cubicBezTo>
                <a:cubicBezTo>
                  <a:pt x="1273648" y="672759"/>
                  <a:pt x="1185784" y="552310"/>
                  <a:pt x="1099795" y="430764"/>
                </a:cubicBezTo>
                <a:cubicBezTo>
                  <a:pt x="1097116" y="426923"/>
                  <a:pt x="1093098" y="423630"/>
                  <a:pt x="1092829" y="418142"/>
                </a:cubicBezTo>
                <a:cubicBezTo>
                  <a:pt x="1098455" y="417594"/>
                  <a:pt x="1099527" y="421710"/>
                  <a:pt x="1101403" y="424179"/>
                </a:cubicBezTo>
                <a:cubicBezTo>
                  <a:pt x="1170247" y="513625"/>
                  <a:pt x="1239895" y="602520"/>
                  <a:pt x="1305794" y="694435"/>
                </a:cubicBezTo>
                <a:cubicBezTo>
                  <a:pt x="1347316" y="752328"/>
                  <a:pt x="1387228" y="811318"/>
                  <a:pt x="1424463" y="872227"/>
                </a:cubicBezTo>
                <a:cubicBezTo>
                  <a:pt x="1451519" y="916677"/>
                  <a:pt x="1476165" y="962497"/>
                  <a:pt x="1500810" y="1008316"/>
                </a:cubicBezTo>
                <a:cubicBezTo>
                  <a:pt x="1531839" y="1081300"/>
                  <a:pt x="1586397" y="1184417"/>
                  <a:pt x="1610640" y="1310125"/>
                </a:cubicBezTo>
                <a:cubicBezTo>
                  <a:pt x="1644660" y="1459110"/>
                  <a:pt x="1650018" y="1610562"/>
                  <a:pt x="1646268" y="1762565"/>
                </a:cubicBezTo>
                <a:cubicBezTo>
                  <a:pt x="1646268" y="1763937"/>
                  <a:pt x="1647071" y="1766407"/>
                  <a:pt x="1643589" y="1766407"/>
                </a:cubicBezTo>
                <a:lnTo>
                  <a:pt x="1637160" y="1747474"/>
                </a:lnTo>
                <a:cubicBezTo>
                  <a:pt x="1602603" y="1647053"/>
                  <a:pt x="1563456" y="1568132"/>
                  <a:pt x="1480720" y="1478590"/>
                </a:cubicBezTo>
                <a:cubicBezTo>
                  <a:pt x="1397982" y="1389046"/>
                  <a:pt x="1230435" y="1278034"/>
                  <a:pt x="1140741" y="1210217"/>
                </a:cubicBezTo>
                <a:cubicBezTo>
                  <a:pt x="1051045" y="1142403"/>
                  <a:pt x="1014290" y="1129857"/>
                  <a:pt x="942550" y="1071697"/>
                </a:cubicBezTo>
                <a:cubicBezTo>
                  <a:pt x="870809" y="1013535"/>
                  <a:pt x="780483" y="939723"/>
                  <a:pt x="710299" y="861253"/>
                </a:cubicBezTo>
                <a:cubicBezTo>
                  <a:pt x="706280" y="856863"/>
                  <a:pt x="700922" y="853846"/>
                  <a:pt x="706012" y="845339"/>
                </a:cubicBezTo>
                <a:cubicBezTo>
                  <a:pt x="720210" y="821469"/>
                  <a:pt x="723692" y="795129"/>
                  <a:pt x="722086" y="767417"/>
                </a:cubicBezTo>
                <a:cubicBezTo>
                  <a:pt x="719139" y="716659"/>
                  <a:pt x="700119" y="670839"/>
                  <a:pt x="679759" y="625567"/>
                </a:cubicBezTo>
                <a:cubicBezTo>
                  <a:pt x="632613" y="520209"/>
                  <a:pt x="567787" y="426373"/>
                  <a:pt x="497603" y="336106"/>
                </a:cubicBezTo>
                <a:cubicBezTo>
                  <a:pt x="459296" y="286170"/>
                  <a:pt x="422864" y="234862"/>
                  <a:pt x="396076" y="177244"/>
                </a:cubicBezTo>
                <a:cubicBezTo>
                  <a:pt x="380539" y="143770"/>
                  <a:pt x="368752" y="109200"/>
                  <a:pt x="359644" y="72707"/>
                </a:cubicBezTo>
                <a:cubicBezTo>
                  <a:pt x="357769" y="74354"/>
                  <a:pt x="356698" y="75177"/>
                  <a:pt x="355893" y="76001"/>
                </a:cubicBezTo>
                <a:cubicBezTo>
                  <a:pt x="352411" y="81214"/>
                  <a:pt x="348930" y="86702"/>
                  <a:pt x="345714" y="92187"/>
                </a:cubicBezTo>
                <a:cubicBezTo>
                  <a:pt x="319195" y="137460"/>
                  <a:pt x="302318" y="186298"/>
                  <a:pt x="293210" y="237881"/>
                </a:cubicBezTo>
                <a:cubicBezTo>
                  <a:pt x="278477" y="321014"/>
                  <a:pt x="285709" y="403600"/>
                  <a:pt x="300978" y="485638"/>
                </a:cubicBezTo>
                <a:cubicBezTo>
                  <a:pt x="322945" y="602795"/>
                  <a:pt x="368485" y="708427"/>
                  <a:pt x="445633" y="798970"/>
                </a:cubicBezTo>
                <a:cubicBezTo>
                  <a:pt x="477244" y="836010"/>
                  <a:pt x="512603" y="868661"/>
                  <a:pt x="557339" y="888690"/>
                </a:cubicBezTo>
                <a:cubicBezTo>
                  <a:pt x="586806" y="901860"/>
                  <a:pt x="617075" y="906251"/>
                  <a:pt x="648686" y="895823"/>
                </a:cubicBezTo>
                <a:cubicBezTo>
                  <a:pt x="658597" y="892531"/>
                  <a:pt x="659134" y="889513"/>
                  <a:pt x="652705" y="881283"/>
                </a:cubicBezTo>
                <a:cubicBezTo>
                  <a:pt x="568590" y="772357"/>
                  <a:pt x="502156" y="652731"/>
                  <a:pt x="449383" y="525148"/>
                </a:cubicBezTo>
                <a:cubicBezTo>
                  <a:pt x="433043" y="485913"/>
                  <a:pt x="416703" y="446403"/>
                  <a:pt x="404113" y="405521"/>
                </a:cubicBezTo>
                <a:cubicBezTo>
                  <a:pt x="413219" y="424727"/>
                  <a:pt x="421524" y="444207"/>
                  <a:pt x="430098" y="463414"/>
                </a:cubicBezTo>
                <a:cubicBezTo>
                  <a:pt x="498942" y="620354"/>
                  <a:pt x="585466" y="765223"/>
                  <a:pt x="699315" y="892806"/>
                </a:cubicBezTo>
                <a:cubicBezTo>
                  <a:pt x="789859" y="994324"/>
                  <a:pt x="944425" y="1107182"/>
                  <a:pt x="1003893" y="1157849"/>
                </a:cubicBezTo>
                <a:cubicBezTo>
                  <a:pt x="1063363" y="1208516"/>
                  <a:pt x="1052380" y="1190636"/>
                  <a:pt x="1056131" y="1196809"/>
                </a:cubicBezTo>
                <a:lnTo>
                  <a:pt x="1026396" y="1194890"/>
                </a:lnTo>
                <a:cubicBezTo>
                  <a:pt x="965588" y="1191871"/>
                  <a:pt x="906386" y="1202297"/>
                  <a:pt x="847988" y="1218760"/>
                </a:cubicBezTo>
                <a:cubicBezTo>
                  <a:pt x="737889" y="1250038"/>
                  <a:pt x="632344" y="1294212"/>
                  <a:pt x="525462" y="1334545"/>
                </a:cubicBezTo>
                <a:cubicBezTo>
                  <a:pt x="516622" y="1337837"/>
                  <a:pt x="511532" y="1338934"/>
                  <a:pt x="506711" y="1327960"/>
                </a:cubicBezTo>
                <a:cubicBezTo>
                  <a:pt x="468939" y="1241807"/>
                  <a:pt x="387055" y="1245709"/>
                  <a:pt x="302050" y="1262933"/>
                </a:cubicBezTo>
                <a:cubicBezTo>
                  <a:pt x="225689" y="1278407"/>
                  <a:pt x="119549" y="1258220"/>
                  <a:pt x="0" y="1208733"/>
                </a:cubicBezTo>
                <a:cubicBezTo>
                  <a:pt x="15444" y="1240221"/>
                  <a:pt x="32896" y="1270717"/>
                  <a:pt x="51484" y="1299625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67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1CEBA1-0EDA-4340-A4AD-56B021D0A009}"/>
              </a:ext>
            </a:extLst>
          </p:cNvPr>
          <p:cNvSpPr/>
          <p:nvPr userDrawn="1"/>
        </p:nvSpPr>
        <p:spPr>
          <a:xfrm>
            <a:off x="553628" y="3377152"/>
            <a:ext cx="455455" cy="455456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F2F2F2-DE5A-4BD1-85CE-DD9ECFCBD255}"/>
              </a:ext>
            </a:extLst>
          </p:cNvPr>
          <p:cNvSpPr/>
          <p:nvPr userDrawn="1"/>
        </p:nvSpPr>
        <p:spPr>
          <a:xfrm>
            <a:off x="2433281" y="3595193"/>
            <a:ext cx="464131" cy="464132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92DCE5-2166-4668-B521-0638D75A07ED}"/>
              </a:ext>
            </a:extLst>
          </p:cNvPr>
          <p:cNvSpPr/>
          <p:nvPr userDrawn="1"/>
        </p:nvSpPr>
        <p:spPr>
          <a:xfrm>
            <a:off x="2314579" y="5741794"/>
            <a:ext cx="715839" cy="715838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9050765-659D-4573-A04D-668C8D965743}"/>
              </a:ext>
            </a:extLst>
          </p:cNvPr>
          <p:cNvSpPr/>
          <p:nvPr userDrawn="1"/>
        </p:nvSpPr>
        <p:spPr>
          <a:xfrm>
            <a:off x="2771990" y="3611118"/>
            <a:ext cx="826317" cy="826317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7A1F9B-E51F-46C1-928E-641E8940A002}"/>
              </a:ext>
            </a:extLst>
          </p:cNvPr>
          <p:cNvSpPr/>
          <p:nvPr userDrawn="1"/>
        </p:nvSpPr>
        <p:spPr>
          <a:xfrm>
            <a:off x="1352551" y="4688930"/>
            <a:ext cx="225712" cy="225713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2E7F8D1-0943-4483-BBC8-C0EA02399BA2}"/>
              </a:ext>
            </a:extLst>
          </p:cNvPr>
          <p:cNvSpPr/>
          <p:nvPr userDrawn="1"/>
        </p:nvSpPr>
        <p:spPr>
          <a:xfrm>
            <a:off x="820521" y="824950"/>
            <a:ext cx="464131" cy="464132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C29172-A0D3-46ED-9F09-2AB2F89E9419}"/>
              </a:ext>
            </a:extLst>
          </p:cNvPr>
          <p:cNvSpPr/>
          <p:nvPr userDrawn="1"/>
        </p:nvSpPr>
        <p:spPr>
          <a:xfrm>
            <a:off x="245878" y="388839"/>
            <a:ext cx="826317" cy="826317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5889500-846F-42F1-99B4-64FC8796EC66}"/>
              </a:ext>
            </a:extLst>
          </p:cNvPr>
          <p:cNvSpPr/>
          <p:nvPr userDrawn="1"/>
        </p:nvSpPr>
        <p:spPr>
          <a:xfrm>
            <a:off x="29855" y="5050412"/>
            <a:ext cx="225712" cy="225713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BD4DB23-347B-441F-B307-6A5452DFA1EB}"/>
              </a:ext>
            </a:extLst>
          </p:cNvPr>
          <p:cNvSpPr/>
          <p:nvPr userDrawn="1"/>
        </p:nvSpPr>
        <p:spPr>
          <a:xfrm>
            <a:off x="692609" y="3716897"/>
            <a:ext cx="255823" cy="255824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AA81D6F-6D57-49A7-ACE9-4CB76CAB4B5B}"/>
              </a:ext>
            </a:extLst>
          </p:cNvPr>
          <p:cNvSpPr/>
          <p:nvPr userDrawn="1"/>
        </p:nvSpPr>
        <p:spPr>
          <a:xfrm>
            <a:off x="3312555" y="1679030"/>
            <a:ext cx="225712" cy="225713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FDB441B-A93D-469C-8F26-6C38E82A4BEC}"/>
              </a:ext>
            </a:extLst>
          </p:cNvPr>
          <p:cNvSpPr/>
          <p:nvPr userDrawn="1"/>
        </p:nvSpPr>
        <p:spPr>
          <a:xfrm>
            <a:off x="2959435" y="163124"/>
            <a:ext cx="122627" cy="122627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931072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32" y="33248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13134301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32" y="12347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3" y="1131593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2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4" y="1347500"/>
            <a:ext cx="153868" cy="5015201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2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9" y="1276654"/>
            <a:ext cx="685850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2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5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5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40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134"/>
            <a:ext cx="2717296" cy="13853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1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1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41119606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1F0744C-A24C-BC62-1ECD-096ECE43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CD2C83EF-AE54-9EC8-3341-FC7909FDC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5" indent="0" algn="ctr">
              <a:buNone/>
              <a:defRPr sz="1601"/>
            </a:lvl4pPr>
            <a:lvl5pPr marL="1828845" indent="0" algn="ctr">
              <a:buNone/>
              <a:defRPr sz="1601"/>
            </a:lvl5pPr>
            <a:lvl6pPr marL="2286057" indent="0" algn="ctr">
              <a:buNone/>
              <a:defRPr sz="1601"/>
            </a:lvl6pPr>
            <a:lvl7pPr marL="2743268" indent="0" algn="ctr">
              <a:buNone/>
              <a:defRPr sz="1601"/>
            </a:lvl7pPr>
            <a:lvl8pPr marL="3200480" indent="0" algn="ctr">
              <a:buNone/>
              <a:defRPr sz="1601"/>
            </a:lvl8pPr>
            <a:lvl9pPr marL="3657692" indent="0" algn="ctr">
              <a:buNone/>
              <a:defRPr sz="1601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GB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283528E-58CA-C528-E8F5-5F0DA17E1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ABC694A-9E5D-192C-CA09-30B04CBB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BCC34C46-4309-894D-9C4A-F85D0ABDF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3449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34BEBF-DAD7-1E03-4217-6C761B94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D60D205-116B-3442-C688-45CC25DCB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228300CB-DAF0-36A4-62BA-C441FA8E2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D7BAD64-0B52-F922-7475-87A80538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6EFB5BF1-7C8D-DDA3-576D-4BBB6129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9386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6E86A4C-8E40-4F87-A4F0-01A0687C5742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9726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3504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04D2EC5-09CD-01F0-E77A-3C4F5A86D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05C2BBF5-E777-3250-0612-86E1B304F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GB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313CD3C-E5B9-F669-606A-A3AB3BE3D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CED21FE-A66E-BB05-D592-EC0843D5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1280A7A-CD96-54DD-8A54-BE29FCE94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9626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B0C1DC8-6588-BB71-8C8C-CA1AF0D34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E1B71BA-A658-4362-CDD5-44445E868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F2D45EB-AB65-F5D2-9D09-E533B72E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8D3B7B-12DA-1617-BB60-74160C4FA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90DDBB5-9E3C-2ED8-846E-B83B3599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490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3F56241-0623-BBC6-A742-0907B1A8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98591D0-1DB9-AFF4-E11A-DF79A347B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119C2C5D-0E70-59FC-6457-E18772AD6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3148219F-605D-483D-B1CB-E4CD4A52A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D28DF0A-AB25-8B18-3E9F-CAFCCCA34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091124AB-13FA-C11A-C289-4088515E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3888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layout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43783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2980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1F0744C-A24C-BC62-1ECD-096ECE43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CD2C83EF-AE54-9EC8-3341-FC7909FDC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5" indent="0" algn="ctr">
              <a:buNone/>
              <a:defRPr sz="1601"/>
            </a:lvl4pPr>
            <a:lvl5pPr marL="1828845" indent="0" algn="ctr">
              <a:buNone/>
              <a:defRPr sz="1601"/>
            </a:lvl5pPr>
            <a:lvl6pPr marL="2286057" indent="0" algn="ctr">
              <a:buNone/>
              <a:defRPr sz="1601"/>
            </a:lvl6pPr>
            <a:lvl7pPr marL="2743268" indent="0" algn="ctr">
              <a:buNone/>
              <a:defRPr sz="1601"/>
            </a:lvl7pPr>
            <a:lvl8pPr marL="3200480" indent="0" algn="ctr">
              <a:buNone/>
              <a:defRPr sz="1601"/>
            </a:lvl8pPr>
            <a:lvl9pPr marL="3657692" indent="0" algn="ctr">
              <a:buNone/>
              <a:defRPr sz="1601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GB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283528E-58CA-C528-E8F5-5F0DA17E1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ABC694A-9E5D-192C-CA09-30B04CBB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BCC34C46-4309-894D-9C4A-F85D0ABDF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8397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34BEBF-DAD7-1E03-4217-6C761B94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D60D205-116B-3442-C688-45CC25DCB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228300CB-DAF0-36A4-62BA-C441FA8E2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D7BAD64-0B52-F922-7475-87A80538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6EFB5BF1-7C8D-DDA3-576D-4BBB6129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9155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6E86A4C-8E40-4F87-A4F0-01A0687C5742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0281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2" y="33951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1DE2E88-6A87-4923-A695-C08C6C89DECA}"/>
              </a:ext>
            </a:extLst>
          </p:cNvPr>
          <p:cNvSpPr/>
          <p:nvPr/>
        </p:nvSpPr>
        <p:spPr>
          <a:xfrm>
            <a:off x="173634" y="4"/>
            <a:ext cx="942221" cy="1583240"/>
          </a:xfrm>
          <a:custGeom>
            <a:avLst/>
            <a:gdLst>
              <a:gd name="connsiteX0" fmla="*/ 238907 w 561676"/>
              <a:gd name="connsiteY0" fmla="*/ 482 h 943801"/>
              <a:gd name="connsiteX1" fmla="*/ 358608 w 561676"/>
              <a:gd name="connsiteY1" fmla="*/ 22 h 943801"/>
              <a:gd name="connsiteX2" fmla="*/ 390836 w 561676"/>
              <a:gd name="connsiteY2" fmla="*/ 22581 h 943801"/>
              <a:gd name="connsiteX3" fmla="*/ 563022 w 561676"/>
              <a:gd name="connsiteY3" fmla="*/ 488036 h 943801"/>
              <a:gd name="connsiteX4" fmla="*/ 540923 w 561676"/>
              <a:gd name="connsiteY4" fmla="*/ 517501 h 943801"/>
              <a:gd name="connsiteX5" fmla="*/ 319015 w 561676"/>
              <a:gd name="connsiteY5" fmla="*/ 517501 h 943801"/>
              <a:gd name="connsiteX6" fmla="*/ 295075 w 561676"/>
              <a:gd name="connsiteY6" fmla="*/ 551109 h 943801"/>
              <a:gd name="connsiteX7" fmla="*/ 434573 w 561676"/>
              <a:gd name="connsiteY7" fmla="*/ 912056 h 943801"/>
              <a:gd name="connsiteX8" fmla="*/ 437796 w 561676"/>
              <a:gd name="connsiteY8" fmla="*/ 920343 h 943801"/>
              <a:gd name="connsiteX9" fmla="*/ 431811 w 561676"/>
              <a:gd name="connsiteY9" fmla="*/ 944743 h 943801"/>
              <a:gd name="connsiteX10" fmla="*/ 408331 w 561676"/>
              <a:gd name="connsiteY10" fmla="*/ 935996 h 943801"/>
              <a:gd name="connsiteX11" fmla="*/ 288169 w 561676"/>
              <a:gd name="connsiteY11" fmla="*/ 771176 h 943801"/>
              <a:gd name="connsiteX12" fmla="*/ 10553 w 561676"/>
              <a:gd name="connsiteY12" fmla="*/ 389973 h 943801"/>
              <a:gd name="connsiteX13" fmla="*/ 2266 w 561676"/>
              <a:gd name="connsiteY13" fmla="*/ 361428 h 943801"/>
              <a:gd name="connsiteX14" fmla="*/ 28969 w 561676"/>
              <a:gd name="connsiteY14" fmla="*/ 352681 h 943801"/>
              <a:gd name="connsiteX15" fmla="*/ 185502 w 561676"/>
              <a:gd name="connsiteY15" fmla="*/ 352681 h 943801"/>
              <a:gd name="connsiteX16" fmla="*/ 208061 w 561676"/>
              <a:gd name="connsiteY16" fmla="*/ 319993 h 943801"/>
              <a:gd name="connsiteX17" fmla="*/ 97567 w 561676"/>
              <a:gd name="connsiteY17" fmla="*/ 34551 h 943801"/>
              <a:gd name="connsiteX18" fmla="*/ 120587 w 561676"/>
              <a:gd name="connsiteY18" fmla="*/ 482 h 943801"/>
              <a:gd name="connsiteX19" fmla="*/ 238907 w 561676"/>
              <a:gd name="connsiteY19" fmla="*/ 482 h 9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61676" h="943801">
                <a:moveTo>
                  <a:pt x="238907" y="482"/>
                </a:moveTo>
                <a:cubicBezTo>
                  <a:pt x="278961" y="482"/>
                  <a:pt x="318555" y="1403"/>
                  <a:pt x="358608" y="22"/>
                </a:cubicBezTo>
                <a:cubicBezTo>
                  <a:pt x="376103" y="-439"/>
                  <a:pt x="384851" y="6467"/>
                  <a:pt x="390836" y="22581"/>
                </a:cubicBezTo>
                <a:cubicBezTo>
                  <a:pt x="447924" y="178193"/>
                  <a:pt x="505473" y="333344"/>
                  <a:pt x="563022" y="488036"/>
                </a:cubicBezTo>
                <a:cubicBezTo>
                  <a:pt x="570388" y="508293"/>
                  <a:pt x="563943" y="517501"/>
                  <a:pt x="540923" y="517501"/>
                </a:cubicBezTo>
                <a:cubicBezTo>
                  <a:pt x="466800" y="517501"/>
                  <a:pt x="393138" y="517501"/>
                  <a:pt x="319015" y="517501"/>
                </a:cubicBezTo>
                <a:cubicBezTo>
                  <a:pt x="290010" y="517501"/>
                  <a:pt x="284946" y="524407"/>
                  <a:pt x="295075" y="551109"/>
                </a:cubicBezTo>
                <a:cubicBezTo>
                  <a:pt x="341574" y="671271"/>
                  <a:pt x="388074" y="791894"/>
                  <a:pt x="434573" y="912056"/>
                </a:cubicBezTo>
                <a:cubicBezTo>
                  <a:pt x="435494" y="914818"/>
                  <a:pt x="436875" y="917580"/>
                  <a:pt x="437796" y="920343"/>
                </a:cubicBezTo>
                <a:cubicBezTo>
                  <a:pt x="441018" y="930011"/>
                  <a:pt x="442400" y="939219"/>
                  <a:pt x="431811" y="944743"/>
                </a:cubicBezTo>
                <a:cubicBezTo>
                  <a:pt x="421222" y="950268"/>
                  <a:pt x="414316" y="944283"/>
                  <a:pt x="408331" y="935996"/>
                </a:cubicBezTo>
                <a:cubicBezTo>
                  <a:pt x="368277" y="880749"/>
                  <a:pt x="328223" y="825963"/>
                  <a:pt x="288169" y="771176"/>
                </a:cubicBezTo>
                <a:cubicBezTo>
                  <a:pt x="195630" y="644108"/>
                  <a:pt x="103092" y="517040"/>
                  <a:pt x="10553" y="389973"/>
                </a:cubicBezTo>
                <a:cubicBezTo>
                  <a:pt x="4568" y="381685"/>
                  <a:pt x="-4179" y="373398"/>
                  <a:pt x="2266" y="361428"/>
                </a:cubicBezTo>
                <a:cubicBezTo>
                  <a:pt x="8251" y="350839"/>
                  <a:pt x="19301" y="352681"/>
                  <a:pt x="28969" y="352681"/>
                </a:cubicBezTo>
                <a:cubicBezTo>
                  <a:pt x="80993" y="352681"/>
                  <a:pt x="133477" y="352681"/>
                  <a:pt x="185502" y="352681"/>
                </a:cubicBezTo>
                <a:cubicBezTo>
                  <a:pt x="211744" y="352681"/>
                  <a:pt x="217269" y="344394"/>
                  <a:pt x="208061" y="319993"/>
                </a:cubicBezTo>
                <a:cubicBezTo>
                  <a:pt x="171230" y="224692"/>
                  <a:pt x="134398" y="129391"/>
                  <a:pt x="97567" y="34551"/>
                </a:cubicBezTo>
                <a:cubicBezTo>
                  <a:pt x="86978" y="7388"/>
                  <a:pt x="91582" y="482"/>
                  <a:pt x="120587" y="482"/>
                </a:cubicBezTo>
                <a:cubicBezTo>
                  <a:pt x="160180" y="482"/>
                  <a:pt x="199313" y="482"/>
                  <a:pt x="238907" y="482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4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115276D-F3BF-43F2-930C-943D3CCC450E}"/>
              </a:ext>
            </a:extLst>
          </p:cNvPr>
          <p:cNvSpPr/>
          <p:nvPr/>
        </p:nvSpPr>
        <p:spPr>
          <a:xfrm>
            <a:off x="1265751" y="0"/>
            <a:ext cx="542368" cy="911357"/>
          </a:xfrm>
          <a:custGeom>
            <a:avLst/>
            <a:gdLst>
              <a:gd name="connsiteX0" fmla="*/ 238907 w 561676"/>
              <a:gd name="connsiteY0" fmla="*/ 482 h 943801"/>
              <a:gd name="connsiteX1" fmla="*/ 358608 w 561676"/>
              <a:gd name="connsiteY1" fmla="*/ 22 h 943801"/>
              <a:gd name="connsiteX2" fmla="*/ 390836 w 561676"/>
              <a:gd name="connsiteY2" fmla="*/ 22581 h 943801"/>
              <a:gd name="connsiteX3" fmla="*/ 563022 w 561676"/>
              <a:gd name="connsiteY3" fmla="*/ 488036 h 943801"/>
              <a:gd name="connsiteX4" fmla="*/ 540923 w 561676"/>
              <a:gd name="connsiteY4" fmla="*/ 517501 h 943801"/>
              <a:gd name="connsiteX5" fmla="*/ 319015 w 561676"/>
              <a:gd name="connsiteY5" fmla="*/ 517501 h 943801"/>
              <a:gd name="connsiteX6" fmla="*/ 295075 w 561676"/>
              <a:gd name="connsiteY6" fmla="*/ 551109 h 943801"/>
              <a:gd name="connsiteX7" fmla="*/ 434573 w 561676"/>
              <a:gd name="connsiteY7" fmla="*/ 912056 h 943801"/>
              <a:gd name="connsiteX8" fmla="*/ 437796 w 561676"/>
              <a:gd name="connsiteY8" fmla="*/ 920343 h 943801"/>
              <a:gd name="connsiteX9" fmla="*/ 431811 w 561676"/>
              <a:gd name="connsiteY9" fmla="*/ 944743 h 943801"/>
              <a:gd name="connsiteX10" fmla="*/ 408331 w 561676"/>
              <a:gd name="connsiteY10" fmla="*/ 935996 h 943801"/>
              <a:gd name="connsiteX11" fmla="*/ 288169 w 561676"/>
              <a:gd name="connsiteY11" fmla="*/ 771176 h 943801"/>
              <a:gd name="connsiteX12" fmla="*/ 10553 w 561676"/>
              <a:gd name="connsiteY12" fmla="*/ 389973 h 943801"/>
              <a:gd name="connsiteX13" fmla="*/ 2266 w 561676"/>
              <a:gd name="connsiteY13" fmla="*/ 361428 h 943801"/>
              <a:gd name="connsiteX14" fmla="*/ 28969 w 561676"/>
              <a:gd name="connsiteY14" fmla="*/ 352681 h 943801"/>
              <a:gd name="connsiteX15" fmla="*/ 185502 w 561676"/>
              <a:gd name="connsiteY15" fmla="*/ 352681 h 943801"/>
              <a:gd name="connsiteX16" fmla="*/ 208061 w 561676"/>
              <a:gd name="connsiteY16" fmla="*/ 319993 h 943801"/>
              <a:gd name="connsiteX17" fmla="*/ 97567 w 561676"/>
              <a:gd name="connsiteY17" fmla="*/ 34551 h 943801"/>
              <a:gd name="connsiteX18" fmla="*/ 120587 w 561676"/>
              <a:gd name="connsiteY18" fmla="*/ 482 h 943801"/>
              <a:gd name="connsiteX19" fmla="*/ 238907 w 561676"/>
              <a:gd name="connsiteY19" fmla="*/ 482 h 9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61676" h="943801">
                <a:moveTo>
                  <a:pt x="238907" y="482"/>
                </a:moveTo>
                <a:cubicBezTo>
                  <a:pt x="278961" y="482"/>
                  <a:pt x="318555" y="1403"/>
                  <a:pt x="358608" y="22"/>
                </a:cubicBezTo>
                <a:cubicBezTo>
                  <a:pt x="376103" y="-439"/>
                  <a:pt x="384851" y="6467"/>
                  <a:pt x="390836" y="22581"/>
                </a:cubicBezTo>
                <a:cubicBezTo>
                  <a:pt x="447924" y="178193"/>
                  <a:pt x="505473" y="333344"/>
                  <a:pt x="563022" y="488036"/>
                </a:cubicBezTo>
                <a:cubicBezTo>
                  <a:pt x="570388" y="508293"/>
                  <a:pt x="563943" y="517501"/>
                  <a:pt x="540923" y="517501"/>
                </a:cubicBezTo>
                <a:cubicBezTo>
                  <a:pt x="466800" y="517501"/>
                  <a:pt x="393138" y="517501"/>
                  <a:pt x="319015" y="517501"/>
                </a:cubicBezTo>
                <a:cubicBezTo>
                  <a:pt x="290010" y="517501"/>
                  <a:pt x="284946" y="524407"/>
                  <a:pt x="295075" y="551109"/>
                </a:cubicBezTo>
                <a:cubicBezTo>
                  <a:pt x="341574" y="671271"/>
                  <a:pt x="388074" y="791894"/>
                  <a:pt x="434573" y="912056"/>
                </a:cubicBezTo>
                <a:cubicBezTo>
                  <a:pt x="435494" y="914818"/>
                  <a:pt x="436875" y="917580"/>
                  <a:pt x="437796" y="920343"/>
                </a:cubicBezTo>
                <a:cubicBezTo>
                  <a:pt x="441018" y="930011"/>
                  <a:pt x="442400" y="939219"/>
                  <a:pt x="431811" y="944743"/>
                </a:cubicBezTo>
                <a:cubicBezTo>
                  <a:pt x="421222" y="950268"/>
                  <a:pt x="414316" y="944283"/>
                  <a:pt x="408331" y="935996"/>
                </a:cubicBezTo>
                <a:cubicBezTo>
                  <a:pt x="368277" y="880749"/>
                  <a:pt x="328223" y="825963"/>
                  <a:pt x="288169" y="771176"/>
                </a:cubicBezTo>
                <a:cubicBezTo>
                  <a:pt x="195630" y="644108"/>
                  <a:pt x="103092" y="517040"/>
                  <a:pt x="10553" y="389973"/>
                </a:cubicBezTo>
                <a:cubicBezTo>
                  <a:pt x="4568" y="381685"/>
                  <a:pt x="-4179" y="373398"/>
                  <a:pt x="2266" y="361428"/>
                </a:cubicBezTo>
                <a:cubicBezTo>
                  <a:pt x="8251" y="350839"/>
                  <a:pt x="19301" y="352681"/>
                  <a:pt x="28969" y="352681"/>
                </a:cubicBezTo>
                <a:cubicBezTo>
                  <a:pt x="80993" y="352681"/>
                  <a:pt x="133477" y="352681"/>
                  <a:pt x="185502" y="352681"/>
                </a:cubicBezTo>
                <a:cubicBezTo>
                  <a:pt x="211744" y="352681"/>
                  <a:pt x="217269" y="344394"/>
                  <a:pt x="208061" y="319993"/>
                </a:cubicBezTo>
                <a:cubicBezTo>
                  <a:pt x="171230" y="224692"/>
                  <a:pt x="134398" y="129391"/>
                  <a:pt x="97567" y="34551"/>
                </a:cubicBezTo>
                <a:cubicBezTo>
                  <a:pt x="86978" y="7388"/>
                  <a:pt x="91582" y="482"/>
                  <a:pt x="120587" y="482"/>
                </a:cubicBezTo>
                <a:cubicBezTo>
                  <a:pt x="160180" y="482"/>
                  <a:pt x="199313" y="482"/>
                  <a:pt x="238907" y="482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4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975860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2" y="33951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3E69537-CC5A-4694-B61B-401CDCE14E9F}"/>
              </a:ext>
            </a:extLst>
          </p:cNvPr>
          <p:cNvGrpSpPr/>
          <p:nvPr/>
        </p:nvGrpSpPr>
        <p:grpSpPr>
          <a:xfrm>
            <a:off x="323531" y="4603540"/>
            <a:ext cx="11654799" cy="2035619"/>
            <a:chOff x="323529" y="4603539"/>
            <a:chExt cx="11654798" cy="2035618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2045BAE-2033-4781-88D7-3316C0868B69}"/>
                </a:ext>
              </a:extLst>
            </p:cNvPr>
            <p:cNvSpPr/>
            <p:nvPr/>
          </p:nvSpPr>
          <p:spPr>
            <a:xfrm rot="16200000">
              <a:off x="363852" y="6186863"/>
              <a:ext cx="411971" cy="492617"/>
            </a:xfrm>
            <a:custGeom>
              <a:avLst/>
              <a:gdLst>
                <a:gd name="connsiteX0" fmla="*/ 182559 w 565444"/>
                <a:gd name="connsiteY0" fmla="*/ 37056 h 676134"/>
                <a:gd name="connsiteX1" fmla="*/ 182559 w 565444"/>
                <a:gd name="connsiteY1" fmla="*/ 175472 h 676134"/>
                <a:gd name="connsiteX2" fmla="*/ 108447 w 565444"/>
                <a:gd name="connsiteY2" fmla="*/ 175472 h 676134"/>
                <a:gd name="connsiteX3" fmla="*/ 108447 w 565444"/>
                <a:gd name="connsiteY3" fmla="*/ 37056 h 676134"/>
                <a:gd name="connsiteX4" fmla="*/ 145503 w 565444"/>
                <a:gd name="connsiteY4" fmla="*/ 0 h 676134"/>
                <a:gd name="connsiteX5" fmla="*/ 182559 w 565444"/>
                <a:gd name="connsiteY5" fmla="*/ 37056 h 676134"/>
                <a:gd name="connsiteX6" fmla="*/ 456997 w 565444"/>
                <a:gd name="connsiteY6" fmla="*/ 37056 h 676134"/>
                <a:gd name="connsiteX7" fmla="*/ 456997 w 565444"/>
                <a:gd name="connsiteY7" fmla="*/ 175472 h 676134"/>
                <a:gd name="connsiteX8" fmla="*/ 382885 w 565444"/>
                <a:gd name="connsiteY8" fmla="*/ 175472 h 676134"/>
                <a:gd name="connsiteX9" fmla="*/ 382885 w 565444"/>
                <a:gd name="connsiteY9" fmla="*/ 37056 h 676134"/>
                <a:gd name="connsiteX10" fmla="*/ 419941 w 565444"/>
                <a:gd name="connsiteY10" fmla="*/ 0 h 676134"/>
                <a:gd name="connsiteX11" fmla="*/ 456997 w 565444"/>
                <a:gd name="connsiteY11" fmla="*/ 37056 h 676134"/>
                <a:gd name="connsiteX12" fmla="*/ 486829 w 565444"/>
                <a:gd name="connsiteY12" fmla="*/ 382985 h 676134"/>
                <a:gd name="connsiteX13" fmla="*/ 483130 w 565444"/>
                <a:gd name="connsiteY13" fmla="*/ 374057 h 676134"/>
                <a:gd name="connsiteX14" fmla="*/ 474202 w 565444"/>
                <a:gd name="connsiteY14" fmla="*/ 370359 h 676134"/>
                <a:gd name="connsiteX15" fmla="*/ 91243 w 565444"/>
                <a:gd name="connsiteY15" fmla="*/ 370358 h 676134"/>
                <a:gd name="connsiteX16" fmla="*/ 78616 w 565444"/>
                <a:gd name="connsiteY16" fmla="*/ 382985 h 676134"/>
                <a:gd name="connsiteX17" fmla="*/ 78615 w 565444"/>
                <a:gd name="connsiteY17" fmla="*/ 382985 h 676134"/>
                <a:gd name="connsiteX18" fmla="*/ 91242 w 565444"/>
                <a:gd name="connsiteY18" fmla="*/ 395612 h 676134"/>
                <a:gd name="connsiteX19" fmla="*/ 474202 w 565444"/>
                <a:gd name="connsiteY19" fmla="*/ 395612 h 676134"/>
                <a:gd name="connsiteX20" fmla="*/ 483130 w 565444"/>
                <a:gd name="connsiteY20" fmla="*/ 391914 h 676134"/>
                <a:gd name="connsiteX21" fmla="*/ 486829 w 565444"/>
                <a:gd name="connsiteY21" fmla="*/ 329550 h 676134"/>
                <a:gd name="connsiteX22" fmla="*/ 483130 w 565444"/>
                <a:gd name="connsiteY22" fmla="*/ 320622 h 676134"/>
                <a:gd name="connsiteX23" fmla="*/ 474202 w 565444"/>
                <a:gd name="connsiteY23" fmla="*/ 316924 h 676134"/>
                <a:gd name="connsiteX24" fmla="*/ 91243 w 565444"/>
                <a:gd name="connsiteY24" fmla="*/ 316923 h 676134"/>
                <a:gd name="connsiteX25" fmla="*/ 78616 w 565444"/>
                <a:gd name="connsiteY25" fmla="*/ 329550 h 676134"/>
                <a:gd name="connsiteX26" fmla="*/ 78615 w 565444"/>
                <a:gd name="connsiteY26" fmla="*/ 329550 h 676134"/>
                <a:gd name="connsiteX27" fmla="*/ 91242 w 565444"/>
                <a:gd name="connsiteY27" fmla="*/ 342177 h 676134"/>
                <a:gd name="connsiteX28" fmla="*/ 474202 w 565444"/>
                <a:gd name="connsiteY28" fmla="*/ 342177 h 676134"/>
                <a:gd name="connsiteX29" fmla="*/ 483130 w 565444"/>
                <a:gd name="connsiteY29" fmla="*/ 338479 h 676134"/>
                <a:gd name="connsiteX30" fmla="*/ 486829 w 565444"/>
                <a:gd name="connsiteY30" fmla="*/ 276115 h 676134"/>
                <a:gd name="connsiteX31" fmla="*/ 483130 w 565444"/>
                <a:gd name="connsiteY31" fmla="*/ 267187 h 676134"/>
                <a:gd name="connsiteX32" fmla="*/ 474202 w 565444"/>
                <a:gd name="connsiteY32" fmla="*/ 263489 h 676134"/>
                <a:gd name="connsiteX33" fmla="*/ 91243 w 565444"/>
                <a:gd name="connsiteY33" fmla="*/ 263488 h 676134"/>
                <a:gd name="connsiteX34" fmla="*/ 78616 w 565444"/>
                <a:gd name="connsiteY34" fmla="*/ 276115 h 676134"/>
                <a:gd name="connsiteX35" fmla="*/ 78615 w 565444"/>
                <a:gd name="connsiteY35" fmla="*/ 276115 h 676134"/>
                <a:gd name="connsiteX36" fmla="*/ 91242 w 565444"/>
                <a:gd name="connsiteY36" fmla="*/ 288742 h 676134"/>
                <a:gd name="connsiteX37" fmla="*/ 474202 w 565444"/>
                <a:gd name="connsiteY37" fmla="*/ 288742 h 676134"/>
                <a:gd name="connsiteX38" fmla="*/ 483130 w 565444"/>
                <a:gd name="connsiteY38" fmla="*/ 285044 h 676134"/>
                <a:gd name="connsiteX39" fmla="*/ 565444 w 565444"/>
                <a:gd name="connsiteY39" fmla="*/ 194687 h 676134"/>
                <a:gd name="connsiteX40" fmla="*/ 546230 w 565444"/>
                <a:gd name="connsiteY40" fmla="*/ 213901 h 676134"/>
                <a:gd name="connsiteX41" fmla="*/ 525276 w 565444"/>
                <a:gd name="connsiteY41" fmla="*/ 213901 h 676134"/>
                <a:gd name="connsiteX42" fmla="*/ 508899 w 565444"/>
                <a:gd name="connsiteY42" fmla="*/ 524387 h 676134"/>
                <a:gd name="connsiteX43" fmla="*/ 378242 w 565444"/>
                <a:gd name="connsiteY43" fmla="*/ 676134 h 676134"/>
                <a:gd name="connsiteX44" fmla="*/ 184454 w 565444"/>
                <a:gd name="connsiteY44" fmla="*/ 676134 h 676134"/>
                <a:gd name="connsiteX45" fmla="*/ 53798 w 565444"/>
                <a:gd name="connsiteY45" fmla="*/ 524387 h 676134"/>
                <a:gd name="connsiteX46" fmla="*/ 37421 w 565444"/>
                <a:gd name="connsiteY46" fmla="*/ 213901 h 676134"/>
                <a:gd name="connsiteX47" fmla="*/ 19214 w 565444"/>
                <a:gd name="connsiteY47" fmla="*/ 213901 h 676134"/>
                <a:gd name="connsiteX48" fmla="*/ 0 w 565444"/>
                <a:gd name="connsiteY48" fmla="*/ 194687 h 676134"/>
                <a:gd name="connsiteX49" fmla="*/ 19214 w 565444"/>
                <a:gd name="connsiteY49" fmla="*/ 175473 h 676134"/>
                <a:gd name="connsiteX50" fmla="*/ 546230 w 565444"/>
                <a:gd name="connsiteY50" fmla="*/ 175473 h 676134"/>
                <a:gd name="connsiteX51" fmla="*/ 565444 w 565444"/>
                <a:gd name="connsiteY51" fmla="*/ 194687 h 676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5444" h="676134">
                  <a:moveTo>
                    <a:pt x="182559" y="37056"/>
                  </a:moveTo>
                  <a:lnTo>
                    <a:pt x="182559" y="175472"/>
                  </a:lnTo>
                  <a:lnTo>
                    <a:pt x="108447" y="175472"/>
                  </a:lnTo>
                  <a:lnTo>
                    <a:pt x="108447" y="37056"/>
                  </a:lnTo>
                  <a:cubicBezTo>
                    <a:pt x="108447" y="16591"/>
                    <a:pt x="125038" y="0"/>
                    <a:pt x="145503" y="0"/>
                  </a:cubicBezTo>
                  <a:cubicBezTo>
                    <a:pt x="165968" y="0"/>
                    <a:pt x="182559" y="16591"/>
                    <a:pt x="182559" y="37056"/>
                  </a:cubicBezTo>
                  <a:close/>
                  <a:moveTo>
                    <a:pt x="456997" y="37056"/>
                  </a:moveTo>
                  <a:lnTo>
                    <a:pt x="456997" y="175472"/>
                  </a:lnTo>
                  <a:lnTo>
                    <a:pt x="382885" y="175472"/>
                  </a:lnTo>
                  <a:lnTo>
                    <a:pt x="382885" y="37056"/>
                  </a:lnTo>
                  <a:cubicBezTo>
                    <a:pt x="382885" y="16591"/>
                    <a:pt x="399476" y="0"/>
                    <a:pt x="419941" y="0"/>
                  </a:cubicBezTo>
                  <a:cubicBezTo>
                    <a:pt x="440406" y="0"/>
                    <a:pt x="456997" y="16591"/>
                    <a:pt x="456997" y="37056"/>
                  </a:cubicBezTo>
                  <a:close/>
                  <a:moveTo>
                    <a:pt x="486829" y="382985"/>
                  </a:moveTo>
                  <a:lnTo>
                    <a:pt x="483130" y="374057"/>
                  </a:lnTo>
                  <a:cubicBezTo>
                    <a:pt x="480845" y="371772"/>
                    <a:pt x="477689" y="370359"/>
                    <a:pt x="474202" y="370359"/>
                  </a:cubicBezTo>
                  <a:lnTo>
                    <a:pt x="91243" y="370358"/>
                  </a:lnTo>
                  <a:cubicBezTo>
                    <a:pt x="84269" y="370358"/>
                    <a:pt x="78616" y="376011"/>
                    <a:pt x="78616" y="382985"/>
                  </a:cubicBezTo>
                  <a:lnTo>
                    <a:pt x="78615" y="382985"/>
                  </a:lnTo>
                  <a:cubicBezTo>
                    <a:pt x="78615" y="389959"/>
                    <a:pt x="84268" y="395612"/>
                    <a:pt x="91242" y="395612"/>
                  </a:cubicBezTo>
                  <a:lnTo>
                    <a:pt x="474202" y="395612"/>
                  </a:lnTo>
                  <a:cubicBezTo>
                    <a:pt x="477689" y="395612"/>
                    <a:pt x="480845" y="394199"/>
                    <a:pt x="483130" y="391914"/>
                  </a:cubicBezTo>
                  <a:close/>
                  <a:moveTo>
                    <a:pt x="486829" y="329550"/>
                  </a:moveTo>
                  <a:lnTo>
                    <a:pt x="483130" y="320622"/>
                  </a:lnTo>
                  <a:cubicBezTo>
                    <a:pt x="480845" y="318337"/>
                    <a:pt x="477689" y="316924"/>
                    <a:pt x="474202" y="316924"/>
                  </a:cubicBezTo>
                  <a:lnTo>
                    <a:pt x="91243" y="316923"/>
                  </a:lnTo>
                  <a:cubicBezTo>
                    <a:pt x="84269" y="316923"/>
                    <a:pt x="78616" y="322576"/>
                    <a:pt x="78616" y="329550"/>
                  </a:cubicBezTo>
                  <a:lnTo>
                    <a:pt x="78615" y="329550"/>
                  </a:lnTo>
                  <a:cubicBezTo>
                    <a:pt x="78615" y="336524"/>
                    <a:pt x="84268" y="342177"/>
                    <a:pt x="91242" y="342177"/>
                  </a:cubicBezTo>
                  <a:lnTo>
                    <a:pt x="474202" y="342177"/>
                  </a:lnTo>
                  <a:cubicBezTo>
                    <a:pt x="477689" y="342177"/>
                    <a:pt x="480845" y="340764"/>
                    <a:pt x="483130" y="338479"/>
                  </a:cubicBezTo>
                  <a:close/>
                  <a:moveTo>
                    <a:pt x="486829" y="276115"/>
                  </a:moveTo>
                  <a:lnTo>
                    <a:pt x="483130" y="267187"/>
                  </a:lnTo>
                  <a:cubicBezTo>
                    <a:pt x="480845" y="264902"/>
                    <a:pt x="477689" y="263489"/>
                    <a:pt x="474202" y="263489"/>
                  </a:cubicBezTo>
                  <a:lnTo>
                    <a:pt x="91243" y="263488"/>
                  </a:lnTo>
                  <a:cubicBezTo>
                    <a:pt x="84269" y="263488"/>
                    <a:pt x="78616" y="269141"/>
                    <a:pt x="78616" y="276115"/>
                  </a:cubicBezTo>
                  <a:lnTo>
                    <a:pt x="78615" y="276115"/>
                  </a:lnTo>
                  <a:cubicBezTo>
                    <a:pt x="78615" y="283089"/>
                    <a:pt x="84268" y="288742"/>
                    <a:pt x="91242" y="288742"/>
                  </a:cubicBezTo>
                  <a:lnTo>
                    <a:pt x="474202" y="288742"/>
                  </a:lnTo>
                  <a:cubicBezTo>
                    <a:pt x="477689" y="288742"/>
                    <a:pt x="480845" y="287329"/>
                    <a:pt x="483130" y="285044"/>
                  </a:cubicBezTo>
                  <a:close/>
                  <a:moveTo>
                    <a:pt x="565444" y="194687"/>
                  </a:moveTo>
                  <a:cubicBezTo>
                    <a:pt x="565444" y="205299"/>
                    <a:pt x="556842" y="213901"/>
                    <a:pt x="546230" y="213901"/>
                  </a:cubicBezTo>
                  <a:lnTo>
                    <a:pt x="525276" y="213901"/>
                  </a:lnTo>
                  <a:lnTo>
                    <a:pt x="508899" y="524387"/>
                  </a:lnTo>
                  <a:cubicBezTo>
                    <a:pt x="504507" y="609787"/>
                    <a:pt x="447139" y="676134"/>
                    <a:pt x="378242" y="676134"/>
                  </a:cubicBezTo>
                  <a:lnTo>
                    <a:pt x="184454" y="676134"/>
                  </a:lnTo>
                  <a:cubicBezTo>
                    <a:pt x="115558" y="676134"/>
                    <a:pt x="58190" y="609787"/>
                    <a:pt x="53798" y="524387"/>
                  </a:cubicBezTo>
                  <a:lnTo>
                    <a:pt x="37421" y="213901"/>
                  </a:lnTo>
                  <a:lnTo>
                    <a:pt x="19214" y="213901"/>
                  </a:lnTo>
                  <a:cubicBezTo>
                    <a:pt x="8602" y="213901"/>
                    <a:pt x="0" y="205299"/>
                    <a:pt x="0" y="194687"/>
                  </a:cubicBezTo>
                  <a:cubicBezTo>
                    <a:pt x="0" y="184075"/>
                    <a:pt x="8602" y="175473"/>
                    <a:pt x="19214" y="175473"/>
                  </a:cubicBezTo>
                  <a:lnTo>
                    <a:pt x="546230" y="175473"/>
                  </a:lnTo>
                  <a:cubicBezTo>
                    <a:pt x="556842" y="175473"/>
                    <a:pt x="565444" y="184075"/>
                    <a:pt x="565444" y="1946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2" name="Arrow: Bent 11">
              <a:extLst>
                <a:ext uri="{FF2B5EF4-FFF2-40B4-BE49-F238E27FC236}">
                  <a16:creationId xmlns:a16="http://schemas.microsoft.com/office/drawing/2014/main" id="{4C701790-911F-49B9-B58C-72E9534D4C93}"/>
                </a:ext>
              </a:extLst>
            </p:cNvPr>
            <p:cNvSpPr/>
            <p:nvPr/>
          </p:nvSpPr>
          <p:spPr>
            <a:xfrm flipH="1" flipV="1">
              <a:off x="816143" y="5935877"/>
              <a:ext cx="10779743" cy="582611"/>
            </a:xfrm>
            <a:prstGeom prst="bentArrow">
              <a:avLst>
                <a:gd name="adj1" fmla="val 14113"/>
                <a:gd name="adj2" fmla="val 12152"/>
                <a:gd name="adj3" fmla="val 0"/>
                <a:gd name="adj4" fmla="val 5453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2CAA496-8808-490A-A588-30FACF8CED72}"/>
                </a:ext>
              </a:extLst>
            </p:cNvPr>
            <p:cNvSpPr/>
            <p:nvPr/>
          </p:nvSpPr>
          <p:spPr>
            <a:xfrm flipH="1">
              <a:off x="11086249" y="4603539"/>
              <a:ext cx="892078" cy="1332338"/>
            </a:xfrm>
            <a:custGeom>
              <a:avLst/>
              <a:gdLst>
                <a:gd name="connsiteX0" fmla="*/ 501893 w 892078"/>
                <a:gd name="connsiteY0" fmla="*/ 0 h 1332338"/>
                <a:gd name="connsiteX1" fmla="*/ 498205 w 892078"/>
                <a:gd name="connsiteY1" fmla="*/ 53000 h 1332338"/>
                <a:gd name="connsiteX2" fmla="*/ 456830 w 892078"/>
                <a:gd name="connsiteY2" fmla="*/ 120945 h 1332338"/>
                <a:gd name="connsiteX3" fmla="*/ 387912 w 892078"/>
                <a:gd name="connsiteY3" fmla="*/ 218109 h 1332338"/>
                <a:gd name="connsiteX4" fmla="*/ 391667 w 892078"/>
                <a:gd name="connsiteY4" fmla="*/ 334412 h 1332338"/>
                <a:gd name="connsiteX5" fmla="*/ 407219 w 892078"/>
                <a:gd name="connsiteY5" fmla="*/ 351214 h 1332338"/>
                <a:gd name="connsiteX6" fmla="*/ 413637 w 892078"/>
                <a:gd name="connsiteY6" fmla="*/ 474030 h 1332338"/>
                <a:gd name="connsiteX7" fmla="*/ 416812 w 892078"/>
                <a:gd name="connsiteY7" fmla="*/ 504492 h 1332338"/>
                <a:gd name="connsiteX8" fmla="*/ 402754 w 892078"/>
                <a:gd name="connsiteY8" fmla="*/ 505610 h 1332338"/>
                <a:gd name="connsiteX9" fmla="*/ 369924 w 892078"/>
                <a:gd name="connsiteY9" fmla="*/ 475906 h 1332338"/>
                <a:gd name="connsiteX10" fmla="*/ 126043 w 892078"/>
                <a:gd name="connsiteY10" fmla="*/ 282053 h 1332338"/>
                <a:gd name="connsiteX11" fmla="*/ 204209 w 892078"/>
                <a:gd name="connsiteY11" fmla="*/ 408681 h 1332338"/>
                <a:gd name="connsiteX12" fmla="*/ 344910 w 892078"/>
                <a:gd name="connsiteY12" fmla="*/ 500918 h 1332338"/>
                <a:gd name="connsiteX13" fmla="*/ 418387 w 892078"/>
                <a:gd name="connsiteY13" fmla="*/ 565015 h 1332338"/>
                <a:gd name="connsiteX14" fmla="*/ 404318 w 892078"/>
                <a:gd name="connsiteY14" fmla="*/ 841726 h 1332338"/>
                <a:gd name="connsiteX15" fmla="*/ 354290 w 892078"/>
                <a:gd name="connsiteY15" fmla="*/ 830783 h 1332338"/>
                <a:gd name="connsiteX16" fmla="*/ 353526 w 892078"/>
                <a:gd name="connsiteY16" fmla="*/ 831058 h 1332338"/>
                <a:gd name="connsiteX17" fmla="*/ 350580 w 892078"/>
                <a:gd name="connsiteY17" fmla="*/ 827584 h 1332338"/>
                <a:gd name="connsiteX18" fmla="*/ 347061 w 892078"/>
                <a:gd name="connsiteY18" fmla="*/ 800105 h 1332338"/>
                <a:gd name="connsiteX19" fmla="*/ 281402 w 892078"/>
                <a:gd name="connsiteY19" fmla="*/ 603126 h 1332338"/>
                <a:gd name="connsiteX20" fmla="*/ 0 w 892078"/>
                <a:gd name="connsiteY20" fmla="*/ 531211 h 1332338"/>
                <a:gd name="connsiteX21" fmla="*/ 87546 w 892078"/>
                <a:gd name="connsiteY21" fmla="*/ 639081 h 1332338"/>
                <a:gd name="connsiteX22" fmla="*/ 156335 w 892078"/>
                <a:gd name="connsiteY22" fmla="*/ 770401 h 1332338"/>
                <a:gd name="connsiteX23" fmla="*/ 309542 w 892078"/>
                <a:gd name="connsiteY23" fmla="*/ 829808 h 1332338"/>
                <a:gd name="connsiteX24" fmla="*/ 340979 w 892078"/>
                <a:gd name="connsiteY24" fmla="*/ 837942 h 1332338"/>
                <a:gd name="connsiteX25" fmla="*/ 348283 w 892078"/>
                <a:gd name="connsiteY25" fmla="*/ 838787 h 1332338"/>
                <a:gd name="connsiteX26" fmla="*/ 348036 w 892078"/>
                <a:gd name="connsiteY26" fmla="*/ 840162 h 1332338"/>
                <a:gd name="connsiteX27" fmla="*/ 405880 w 892078"/>
                <a:gd name="connsiteY27" fmla="*/ 949596 h 1332338"/>
                <a:gd name="connsiteX28" fmla="*/ 392717 w 892078"/>
                <a:gd name="connsiteY28" fmla="*/ 1332338 h 1332338"/>
                <a:gd name="connsiteX29" fmla="*/ 473368 w 892078"/>
                <a:gd name="connsiteY29" fmla="*/ 1332338 h 1332338"/>
                <a:gd name="connsiteX30" fmla="*/ 463724 w 892078"/>
                <a:gd name="connsiteY30" fmla="*/ 999622 h 1332338"/>
                <a:gd name="connsiteX31" fmla="*/ 476231 w 892078"/>
                <a:gd name="connsiteY31" fmla="*/ 908949 h 1332338"/>
                <a:gd name="connsiteX32" fmla="*/ 523131 w 892078"/>
                <a:gd name="connsiteY32" fmla="*/ 880809 h 1332338"/>
                <a:gd name="connsiteX33" fmla="*/ 827981 w 892078"/>
                <a:gd name="connsiteY33" fmla="*/ 722913 h 1332338"/>
                <a:gd name="connsiteX34" fmla="*/ 892078 w 892078"/>
                <a:gd name="connsiteY34" fmla="*/ 391486 h 1332338"/>
                <a:gd name="connsiteX35" fmla="*/ 671648 w 892078"/>
                <a:gd name="connsiteY35" fmla="*/ 560326 h 1332338"/>
                <a:gd name="connsiteX36" fmla="*/ 535636 w 892078"/>
                <a:gd name="connsiteY36" fmla="*/ 646309 h 1332338"/>
                <a:gd name="connsiteX37" fmla="*/ 480920 w 892078"/>
                <a:gd name="connsiteY37" fmla="*/ 830783 h 1332338"/>
                <a:gd name="connsiteX38" fmla="*/ 448091 w 892078"/>
                <a:gd name="connsiteY38" fmla="*/ 882373 h 1332338"/>
                <a:gd name="connsiteX39" fmla="*/ 448091 w 892078"/>
                <a:gd name="connsiteY39" fmla="*/ 608790 h 1332338"/>
                <a:gd name="connsiteX40" fmla="*/ 513752 w 892078"/>
                <a:gd name="connsiteY40" fmla="*/ 546257 h 1332338"/>
                <a:gd name="connsiteX41" fmla="*/ 582537 w 892078"/>
                <a:gd name="connsiteY41" fmla="*/ 540003 h 1332338"/>
                <a:gd name="connsiteX42" fmla="*/ 748253 w 892078"/>
                <a:gd name="connsiteY42" fmla="*/ 207012 h 1332338"/>
                <a:gd name="connsiteX43" fmla="*/ 596608 w 892078"/>
                <a:gd name="connsiteY43" fmla="*/ 313318 h 1332338"/>
                <a:gd name="connsiteX44" fmla="*/ 451217 w 892078"/>
                <a:gd name="connsiteY44" fmla="*/ 482159 h 1332338"/>
                <a:gd name="connsiteX45" fmla="*/ 445183 w 892078"/>
                <a:gd name="connsiteY45" fmla="*/ 497255 h 1332338"/>
                <a:gd name="connsiteX46" fmla="*/ 439086 w 892078"/>
                <a:gd name="connsiteY46" fmla="*/ 500090 h 1332338"/>
                <a:gd name="connsiteX47" fmla="*/ 435706 w 892078"/>
                <a:gd name="connsiteY47" fmla="*/ 482384 h 1332338"/>
                <a:gd name="connsiteX48" fmla="*/ 420305 w 892078"/>
                <a:gd name="connsiteY48" fmla="*/ 370688 h 1332338"/>
                <a:gd name="connsiteX49" fmla="*/ 426244 w 892078"/>
                <a:gd name="connsiteY49" fmla="*/ 360755 h 1332338"/>
                <a:gd name="connsiteX50" fmla="*/ 485748 w 892078"/>
                <a:gd name="connsiteY50" fmla="*/ 335852 h 1332338"/>
                <a:gd name="connsiteX51" fmla="*/ 556629 w 892078"/>
                <a:gd name="connsiteY51" fmla="*/ 224791 h 1332338"/>
                <a:gd name="connsiteX52" fmla="*/ 533558 w 892078"/>
                <a:gd name="connsiteY52" fmla="*/ 68029 h 1332338"/>
                <a:gd name="connsiteX53" fmla="*/ 501893 w 892078"/>
                <a:gd name="connsiteY53" fmla="*/ 0 h 133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892078" h="1332338">
                  <a:moveTo>
                    <a:pt x="501893" y="0"/>
                  </a:moveTo>
                  <a:cubicBezTo>
                    <a:pt x="505496" y="20041"/>
                    <a:pt x="503339" y="36518"/>
                    <a:pt x="498205" y="53000"/>
                  </a:cubicBezTo>
                  <a:cubicBezTo>
                    <a:pt x="489909" y="79014"/>
                    <a:pt x="474662" y="101069"/>
                    <a:pt x="456830" y="120945"/>
                  </a:cubicBezTo>
                  <a:cubicBezTo>
                    <a:pt x="430082" y="150759"/>
                    <a:pt x="404129" y="181166"/>
                    <a:pt x="387912" y="218109"/>
                  </a:cubicBezTo>
                  <a:cubicBezTo>
                    <a:pt x="370904" y="257435"/>
                    <a:pt x="367592" y="296342"/>
                    <a:pt x="391667" y="334412"/>
                  </a:cubicBezTo>
                  <a:cubicBezTo>
                    <a:pt x="396044" y="341153"/>
                    <a:pt x="402085" y="346893"/>
                    <a:pt x="407219" y="351214"/>
                  </a:cubicBezTo>
                  <a:cubicBezTo>
                    <a:pt x="406074" y="380095"/>
                    <a:pt x="409823" y="433373"/>
                    <a:pt x="413637" y="474030"/>
                  </a:cubicBezTo>
                  <a:lnTo>
                    <a:pt x="416812" y="504492"/>
                  </a:lnTo>
                  <a:lnTo>
                    <a:pt x="402754" y="505610"/>
                  </a:lnTo>
                  <a:cubicBezTo>
                    <a:pt x="393375" y="507174"/>
                    <a:pt x="371487" y="502482"/>
                    <a:pt x="369924" y="475906"/>
                  </a:cubicBezTo>
                  <a:cubicBezTo>
                    <a:pt x="358979" y="328953"/>
                    <a:pt x="269870" y="258602"/>
                    <a:pt x="126043" y="282053"/>
                  </a:cubicBezTo>
                  <a:cubicBezTo>
                    <a:pt x="168253" y="316446"/>
                    <a:pt x="180759" y="364908"/>
                    <a:pt x="204209" y="408681"/>
                  </a:cubicBezTo>
                  <a:cubicBezTo>
                    <a:pt x="232351" y="463399"/>
                    <a:pt x="265180" y="511863"/>
                    <a:pt x="344910" y="500918"/>
                  </a:cubicBezTo>
                  <a:cubicBezTo>
                    <a:pt x="371487" y="496228"/>
                    <a:pt x="423077" y="507174"/>
                    <a:pt x="418387" y="565015"/>
                  </a:cubicBezTo>
                  <a:cubicBezTo>
                    <a:pt x="412133" y="655690"/>
                    <a:pt x="409008" y="747925"/>
                    <a:pt x="404318" y="841726"/>
                  </a:cubicBezTo>
                  <a:cubicBezTo>
                    <a:pt x="387119" y="838598"/>
                    <a:pt x="371487" y="833909"/>
                    <a:pt x="354290" y="830783"/>
                  </a:cubicBezTo>
                  <a:lnTo>
                    <a:pt x="353526" y="831058"/>
                  </a:lnTo>
                  <a:lnTo>
                    <a:pt x="350580" y="827584"/>
                  </a:lnTo>
                  <a:cubicBezTo>
                    <a:pt x="345889" y="820623"/>
                    <a:pt x="344717" y="813002"/>
                    <a:pt x="347061" y="800105"/>
                  </a:cubicBezTo>
                  <a:cubicBezTo>
                    <a:pt x="362694" y="723500"/>
                    <a:pt x="339244" y="656278"/>
                    <a:pt x="281402" y="603126"/>
                  </a:cubicBezTo>
                  <a:cubicBezTo>
                    <a:pt x="218869" y="545282"/>
                    <a:pt x="87546" y="512451"/>
                    <a:pt x="0" y="531211"/>
                  </a:cubicBezTo>
                  <a:cubicBezTo>
                    <a:pt x="43773" y="554661"/>
                    <a:pt x="68787" y="595308"/>
                    <a:pt x="87546" y="639081"/>
                  </a:cubicBezTo>
                  <a:cubicBezTo>
                    <a:pt x="106307" y="684418"/>
                    <a:pt x="123503" y="731318"/>
                    <a:pt x="156335" y="770401"/>
                  </a:cubicBezTo>
                  <a:cubicBezTo>
                    <a:pt x="196980" y="818865"/>
                    <a:pt x="240755" y="856384"/>
                    <a:pt x="309542" y="829808"/>
                  </a:cubicBezTo>
                  <a:cubicBezTo>
                    <a:pt x="322440" y="823945"/>
                    <a:pt x="330940" y="833912"/>
                    <a:pt x="340979" y="837942"/>
                  </a:cubicBezTo>
                  <a:lnTo>
                    <a:pt x="348283" y="838787"/>
                  </a:lnTo>
                  <a:lnTo>
                    <a:pt x="348036" y="840162"/>
                  </a:lnTo>
                  <a:cubicBezTo>
                    <a:pt x="404318" y="857359"/>
                    <a:pt x="409008" y="898006"/>
                    <a:pt x="405880" y="949596"/>
                  </a:cubicBezTo>
                  <a:lnTo>
                    <a:pt x="392717" y="1332338"/>
                  </a:lnTo>
                  <a:lnTo>
                    <a:pt x="473368" y="1332338"/>
                  </a:lnTo>
                  <a:lnTo>
                    <a:pt x="463724" y="999622"/>
                  </a:lnTo>
                  <a:cubicBezTo>
                    <a:pt x="463724" y="968357"/>
                    <a:pt x="463724" y="938653"/>
                    <a:pt x="476231" y="908949"/>
                  </a:cubicBezTo>
                  <a:cubicBezTo>
                    <a:pt x="485610" y="887063"/>
                    <a:pt x="490302" y="874556"/>
                    <a:pt x="523131" y="880809"/>
                  </a:cubicBezTo>
                  <a:cubicBezTo>
                    <a:pt x="652888" y="904260"/>
                    <a:pt x="767011" y="840162"/>
                    <a:pt x="827981" y="722913"/>
                  </a:cubicBezTo>
                  <a:cubicBezTo>
                    <a:pt x="878009" y="624423"/>
                    <a:pt x="884261" y="516553"/>
                    <a:pt x="892078" y="391486"/>
                  </a:cubicBezTo>
                  <a:cubicBezTo>
                    <a:pt x="840488" y="494664"/>
                    <a:pt x="756068" y="525932"/>
                    <a:pt x="671648" y="560326"/>
                  </a:cubicBezTo>
                  <a:cubicBezTo>
                    <a:pt x="621620" y="580648"/>
                    <a:pt x="573158" y="607226"/>
                    <a:pt x="535636" y="646309"/>
                  </a:cubicBezTo>
                  <a:cubicBezTo>
                    <a:pt x="485610" y="697899"/>
                    <a:pt x="448091" y="754179"/>
                    <a:pt x="480920" y="830783"/>
                  </a:cubicBezTo>
                  <a:cubicBezTo>
                    <a:pt x="488738" y="849542"/>
                    <a:pt x="477793" y="868302"/>
                    <a:pt x="448091" y="882373"/>
                  </a:cubicBezTo>
                  <a:cubicBezTo>
                    <a:pt x="448091" y="787008"/>
                    <a:pt x="448091" y="697899"/>
                    <a:pt x="448091" y="608790"/>
                  </a:cubicBezTo>
                  <a:cubicBezTo>
                    <a:pt x="448091" y="565015"/>
                    <a:pt x="455908" y="533749"/>
                    <a:pt x="513752" y="546257"/>
                  </a:cubicBezTo>
                  <a:cubicBezTo>
                    <a:pt x="535636" y="550946"/>
                    <a:pt x="559087" y="546257"/>
                    <a:pt x="582537" y="540003"/>
                  </a:cubicBezTo>
                  <a:cubicBezTo>
                    <a:pt x="701352" y="504046"/>
                    <a:pt x="779518" y="347712"/>
                    <a:pt x="748253" y="207012"/>
                  </a:cubicBezTo>
                  <a:cubicBezTo>
                    <a:pt x="716985" y="269546"/>
                    <a:pt x="652888" y="285178"/>
                    <a:pt x="596608" y="313318"/>
                  </a:cubicBezTo>
                  <a:cubicBezTo>
                    <a:pt x="524693" y="349275"/>
                    <a:pt x="454344" y="386797"/>
                    <a:pt x="451217" y="482159"/>
                  </a:cubicBezTo>
                  <a:cubicBezTo>
                    <a:pt x="450826" y="489194"/>
                    <a:pt x="448579" y="493982"/>
                    <a:pt x="445183" y="497255"/>
                  </a:cubicBezTo>
                  <a:lnTo>
                    <a:pt x="439086" y="500090"/>
                  </a:lnTo>
                  <a:lnTo>
                    <a:pt x="435706" y="482384"/>
                  </a:lnTo>
                  <a:cubicBezTo>
                    <a:pt x="429401" y="445321"/>
                    <a:pt x="420625" y="384681"/>
                    <a:pt x="420305" y="370688"/>
                  </a:cubicBezTo>
                  <a:cubicBezTo>
                    <a:pt x="420100" y="366322"/>
                    <a:pt x="417511" y="361166"/>
                    <a:pt x="426244" y="360755"/>
                  </a:cubicBezTo>
                  <a:cubicBezTo>
                    <a:pt x="449067" y="359727"/>
                    <a:pt x="467310" y="348584"/>
                    <a:pt x="485748" y="335852"/>
                  </a:cubicBezTo>
                  <a:cubicBezTo>
                    <a:pt x="524607" y="308401"/>
                    <a:pt x="549757" y="272437"/>
                    <a:pt x="556629" y="224791"/>
                  </a:cubicBezTo>
                  <a:cubicBezTo>
                    <a:pt x="564085" y="170396"/>
                    <a:pt x="553286" y="118213"/>
                    <a:pt x="533558" y="68029"/>
                  </a:cubicBezTo>
                  <a:cubicBezTo>
                    <a:pt x="524789" y="45615"/>
                    <a:pt x="518004" y="22205"/>
                    <a:pt x="501893" y="0"/>
                  </a:cubicBezTo>
                  <a:close/>
                </a:path>
              </a:pathLst>
            </a:custGeom>
            <a:grpFill/>
            <a:ln w="808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062288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524873-6BE5-4879-B50F-EC3ECF1F2BA1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2" y="33951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9DB7680-BCD7-4C1B-97B4-C82E082C47C2}"/>
              </a:ext>
            </a:extLst>
          </p:cNvPr>
          <p:cNvGrpSpPr/>
          <p:nvPr/>
        </p:nvGrpSpPr>
        <p:grpSpPr>
          <a:xfrm>
            <a:off x="623567" y="-9293"/>
            <a:ext cx="2434936" cy="1219200"/>
            <a:chOff x="623567" y="20852"/>
            <a:chExt cx="2434936" cy="12192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0C6E2EE-321A-47CB-9B17-01A6C7F54C53}"/>
                </a:ext>
              </a:extLst>
            </p:cNvPr>
            <p:cNvSpPr/>
            <p:nvPr/>
          </p:nvSpPr>
          <p:spPr>
            <a:xfrm>
              <a:off x="1538287" y="20852"/>
              <a:ext cx="704850" cy="1219200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81EE286-F844-4771-9CFC-94BF60D78565}"/>
                </a:ext>
              </a:extLst>
            </p:cNvPr>
            <p:cNvSpPr/>
            <p:nvPr/>
          </p:nvSpPr>
          <p:spPr>
            <a:xfrm>
              <a:off x="2161853" y="284463"/>
              <a:ext cx="552450" cy="955589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19794EC-70B7-4CA7-B86F-B7DD5B250116}"/>
                </a:ext>
              </a:extLst>
            </p:cNvPr>
            <p:cNvSpPr/>
            <p:nvPr/>
          </p:nvSpPr>
          <p:spPr>
            <a:xfrm>
              <a:off x="1378101" y="436863"/>
              <a:ext cx="464344" cy="803189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5923C14-7C77-40CC-82DB-9E1F4A7524AB}"/>
                </a:ext>
              </a:extLst>
            </p:cNvPr>
            <p:cNvSpPr/>
            <p:nvPr/>
          </p:nvSpPr>
          <p:spPr>
            <a:xfrm>
              <a:off x="745171" y="282011"/>
              <a:ext cx="553868" cy="958041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35BE877-79E4-493D-8CCE-9682FE0748AA}"/>
                </a:ext>
              </a:extLst>
            </p:cNvPr>
            <p:cNvSpPr/>
            <p:nvPr/>
          </p:nvSpPr>
          <p:spPr>
            <a:xfrm>
              <a:off x="623567" y="609600"/>
              <a:ext cx="364480" cy="630452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2FD92A-CC13-4DFD-A85C-8CE910B21828}"/>
                </a:ext>
              </a:extLst>
            </p:cNvPr>
            <p:cNvSpPr/>
            <p:nvPr/>
          </p:nvSpPr>
          <p:spPr>
            <a:xfrm>
              <a:off x="1235073" y="609600"/>
              <a:ext cx="364480" cy="630452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C05787A-C43E-453A-BE07-3D337B74A2E0}"/>
                </a:ext>
              </a:extLst>
            </p:cNvPr>
            <p:cNvSpPr/>
            <p:nvPr/>
          </p:nvSpPr>
          <p:spPr>
            <a:xfrm>
              <a:off x="2674902" y="576526"/>
              <a:ext cx="383601" cy="663526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9A36D23-48BD-4BA3-8545-A3920D835DF4}"/>
              </a:ext>
            </a:extLst>
          </p:cNvPr>
          <p:cNvGrpSpPr/>
          <p:nvPr/>
        </p:nvGrpSpPr>
        <p:grpSpPr>
          <a:xfrm flipH="1">
            <a:off x="9757064" y="5636999"/>
            <a:ext cx="2434936" cy="1240052"/>
            <a:chOff x="328292" y="0"/>
            <a:chExt cx="2434936" cy="1240052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222CDA6-66B0-4261-8AAB-F61537EBC5C1}"/>
                </a:ext>
              </a:extLst>
            </p:cNvPr>
            <p:cNvSpPr/>
            <p:nvPr/>
          </p:nvSpPr>
          <p:spPr>
            <a:xfrm>
              <a:off x="1243012" y="0"/>
              <a:ext cx="704850" cy="1219200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9E29A8A-7472-4C7B-B2D8-F2CA911113E6}"/>
                </a:ext>
              </a:extLst>
            </p:cNvPr>
            <p:cNvSpPr/>
            <p:nvPr/>
          </p:nvSpPr>
          <p:spPr>
            <a:xfrm>
              <a:off x="1866578" y="263611"/>
              <a:ext cx="552450" cy="955589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F2D5BA9-02F0-4EBF-8047-65342716CF01}"/>
                </a:ext>
              </a:extLst>
            </p:cNvPr>
            <p:cNvSpPr/>
            <p:nvPr/>
          </p:nvSpPr>
          <p:spPr>
            <a:xfrm>
              <a:off x="1082826" y="422492"/>
              <a:ext cx="464344" cy="803189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4CD11AB-8BFB-424D-B3CC-4FEB6AB5C821}"/>
                </a:ext>
              </a:extLst>
            </p:cNvPr>
            <p:cNvSpPr/>
            <p:nvPr/>
          </p:nvSpPr>
          <p:spPr>
            <a:xfrm>
              <a:off x="449896" y="280904"/>
              <a:ext cx="553868" cy="958041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B82DE08-397D-4848-B109-C55EEF52BDA4}"/>
                </a:ext>
              </a:extLst>
            </p:cNvPr>
            <p:cNvSpPr/>
            <p:nvPr/>
          </p:nvSpPr>
          <p:spPr>
            <a:xfrm>
              <a:off x="328292" y="609600"/>
              <a:ext cx="364480" cy="630452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9598C0A-7EE6-4767-B149-6F044CB9FD7B}"/>
                </a:ext>
              </a:extLst>
            </p:cNvPr>
            <p:cNvSpPr/>
            <p:nvPr/>
          </p:nvSpPr>
          <p:spPr>
            <a:xfrm>
              <a:off x="939798" y="608493"/>
              <a:ext cx="364480" cy="630452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736E712-C4F3-4B0A-8585-2B8D1DBCB0CC}"/>
                </a:ext>
              </a:extLst>
            </p:cNvPr>
            <p:cNvSpPr/>
            <p:nvPr/>
          </p:nvSpPr>
          <p:spPr>
            <a:xfrm>
              <a:off x="2379627" y="555674"/>
              <a:ext cx="383601" cy="663526"/>
            </a:xfrm>
            <a:custGeom>
              <a:avLst/>
              <a:gdLst>
                <a:gd name="connsiteX0" fmla="*/ 6081 w 704850"/>
                <a:gd name="connsiteY0" fmla="*/ 522 h 1219200"/>
                <a:gd name="connsiteX1" fmla="*/ 32074 w 704850"/>
                <a:gd name="connsiteY1" fmla="*/ 13452 h 1219200"/>
                <a:gd name="connsiteX2" fmla="*/ 371186 w 704850"/>
                <a:gd name="connsiteY2" fmla="*/ 291913 h 1219200"/>
                <a:gd name="connsiteX3" fmla="*/ 478491 w 704850"/>
                <a:gd name="connsiteY3" fmla="*/ 386822 h 1219200"/>
                <a:gd name="connsiteX4" fmla="*/ 492887 w 704850"/>
                <a:gd name="connsiteY4" fmla="*/ 396152 h 1219200"/>
                <a:gd name="connsiteX5" fmla="*/ 508350 w 704850"/>
                <a:gd name="connsiteY5" fmla="*/ 389888 h 1219200"/>
                <a:gd name="connsiteX6" fmla="*/ 519414 w 704850"/>
                <a:gd name="connsiteY6" fmla="*/ 366294 h 1219200"/>
                <a:gd name="connsiteX7" fmla="*/ 543541 w 704850"/>
                <a:gd name="connsiteY7" fmla="*/ 335901 h 1219200"/>
                <a:gd name="connsiteX8" fmla="*/ 675506 w 704850"/>
                <a:gd name="connsiteY8" fmla="*/ 228196 h 1219200"/>
                <a:gd name="connsiteX9" fmla="*/ 698168 w 704850"/>
                <a:gd name="connsiteY9" fmla="*/ 210601 h 1219200"/>
                <a:gd name="connsiteX10" fmla="*/ 704833 w 704850"/>
                <a:gd name="connsiteY10" fmla="*/ 214067 h 1219200"/>
                <a:gd name="connsiteX11" fmla="*/ 699367 w 704850"/>
                <a:gd name="connsiteY11" fmla="*/ 227930 h 1219200"/>
                <a:gd name="connsiteX12" fmla="*/ 664576 w 704850"/>
                <a:gd name="connsiteY12" fmla="*/ 269652 h 1219200"/>
                <a:gd name="connsiteX13" fmla="*/ 535144 w 704850"/>
                <a:gd name="connsiteY13" fmla="*/ 412548 h 1219200"/>
                <a:gd name="connsiteX14" fmla="*/ 531411 w 704850"/>
                <a:gd name="connsiteY14" fmla="*/ 424145 h 1219200"/>
                <a:gd name="connsiteX15" fmla="*/ 525679 w 704850"/>
                <a:gd name="connsiteY15" fmla="*/ 438408 h 1219200"/>
                <a:gd name="connsiteX16" fmla="*/ 523280 w 704850"/>
                <a:gd name="connsiteY16" fmla="*/ 451738 h 1219200"/>
                <a:gd name="connsiteX17" fmla="*/ 544341 w 704850"/>
                <a:gd name="connsiteY17" fmla="*/ 534516 h 1219200"/>
                <a:gd name="connsiteX18" fmla="*/ 588862 w 704850"/>
                <a:gd name="connsiteY18" fmla="*/ 671814 h 1219200"/>
                <a:gd name="connsiteX19" fmla="*/ 640982 w 704850"/>
                <a:gd name="connsiteY19" fmla="*/ 849234 h 1219200"/>
                <a:gd name="connsiteX20" fmla="*/ 688436 w 704850"/>
                <a:gd name="connsiteY20" fmla="*/ 1041451 h 1219200"/>
                <a:gd name="connsiteX21" fmla="*/ 692836 w 704850"/>
                <a:gd name="connsiteY21" fmla="*/ 1068777 h 1219200"/>
                <a:gd name="connsiteX22" fmla="*/ 691902 w 704850"/>
                <a:gd name="connsiteY22" fmla="*/ 1072776 h 1219200"/>
                <a:gd name="connsiteX23" fmla="*/ 688970 w 704850"/>
                <a:gd name="connsiteY23" fmla="*/ 1069844 h 1219200"/>
                <a:gd name="connsiteX24" fmla="*/ 674440 w 704850"/>
                <a:gd name="connsiteY24" fmla="*/ 1027455 h 1219200"/>
                <a:gd name="connsiteX25" fmla="*/ 584463 w 704850"/>
                <a:gd name="connsiteY25" fmla="*/ 724200 h 1219200"/>
                <a:gd name="connsiteX26" fmla="*/ 500886 w 704850"/>
                <a:gd name="connsiteY26" fmla="*/ 489595 h 1219200"/>
                <a:gd name="connsiteX27" fmla="*/ 492354 w 704850"/>
                <a:gd name="connsiteY27" fmla="*/ 470000 h 1219200"/>
                <a:gd name="connsiteX28" fmla="*/ 482090 w 704850"/>
                <a:gd name="connsiteY28" fmla="*/ 460802 h 1219200"/>
                <a:gd name="connsiteX29" fmla="*/ 476092 w 704850"/>
                <a:gd name="connsiteY29" fmla="*/ 471999 h 1219200"/>
                <a:gd name="connsiteX30" fmla="*/ 475292 w 704850"/>
                <a:gd name="connsiteY30" fmla="*/ 495460 h 1219200"/>
                <a:gd name="connsiteX31" fmla="*/ 474505 w 704850"/>
                <a:gd name="connsiteY31" fmla="*/ 1219200 h 1219200"/>
                <a:gd name="connsiteX32" fmla="*/ 407041 w 704850"/>
                <a:gd name="connsiteY32" fmla="*/ 1219200 h 1219200"/>
                <a:gd name="connsiteX33" fmla="*/ 409382 w 704850"/>
                <a:gd name="connsiteY33" fmla="*/ 1154457 h 1219200"/>
                <a:gd name="connsiteX34" fmla="*/ 434503 w 704850"/>
                <a:gd name="connsiteY34" fmla="*/ 499459 h 1219200"/>
                <a:gd name="connsiteX35" fmla="*/ 423306 w 704850"/>
                <a:gd name="connsiteY35" fmla="*/ 490661 h 1219200"/>
                <a:gd name="connsiteX36" fmla="*/ 380117 w 704850"/>
                <a:gd name="connsiteY36" fmla="*/ 479731 h 1219200"/>
                <a:gd name="connsiteX37" fmla="*/ 377317 w 704850"/>
                <a:gd name="connsiteY37" fmla="*/ 473199 h 1219200"/>
                <a:gd name="connsiteX38" fmla="*/ 379584 w 704850"/>
                <a:gd name="connsiteY38" fmla="*/ 459469 h 1219200"/>
                <a:gd name="connsiteX39" fmla="*/ 392380 w 704850"/>
                <a:gd name="connsiteY39" fmla="*/ 423612 h 1219200"/>
                <a:gd name="connsiteX40" fmla="*/ 407577 w 704850"/>
                <a:gd name="connsiteY40" fmla="*/ 416281 h 1219200"/>
                <a:gd name="connsiteX41" fmla="*/ 423839 w 704850"/>
                <a:gd name="connsiteY41" fmla="*/ 426411 h 1219200"/>
                <a:gd name="connsiteX42" fmla="*/ 430771 w 704850"/>
                <a:gd name="connsiteY42" fmla="*/ 427744 h 1219200"/>
                <a:gd name="connsiteX43" fmla="*/ 454498 w 704850"/>
                <a:gd name="connsiteY43" fmla="*/ 419880 h 1219200"/>
                <a:gd name="connsiteX44" fmla="*/ 455564 w 704850"/>
                <a:gd name="connsiteY44" fmla="*/ 414681 h 1219200"/>
                <a:gd name="connsiteX45" fmla="*/ 438368 w 704850"/>
                <a:gd name="connsiteY45" fmla="*/ 402018 h 1219200"/>
                <a:gd name="connsiteX46" fmla="*/ 362921 w 704850"/>
                <a:gd name="connsiteY46" fmla="*/ 341233 h 1219200"/>
                <a:gd name="connsiteX47" fmla="*/ 212294 w 704850"/>
                <a:gd name="connsiteY47" fmla="*/ 191672 h 1219200"/>
                <a:gd name="connsiteX48" fmla="*/ 15811 w 704850"/>
                <a:gd name="connsiteY48" fmla="*/ 18917 h 1219200"/>
                <a:gd name="connsiteX49" fmla="*/ 2215 w 704850"/>
                <a:gd name="connsiteY49" fmla="*/ 6654 h 1219200"/>
                <a:gd name="connsiteX50" fmla="*/ 348 w 704850"/>
                <a:gd name="connsiteY50" fmla="*/ 1589 h 1219200"/>
                <a:gd name="connsiteX51" fmla="*/ 6081 w 704850"/>
                <a:gd name="connsiteY51" fmla="*/ 522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4850" h="1219200">
                  <a:moveTo>
                    <a:pt x="6081" y="522"/>
                  </a:moveTo>
                  <a:cubicBezTo>
                    <a:pt x="15678" y="2921"/>
                    <a:pt x="24342" y="7587"/>
                    <a:pt x="32074" y="13452"/>
                  </a:cubicBezTo>
                  <a:cubicBezTo>
                    <a:pt x="148043" y="102495"/>
                    <a:pt x="262281" y="194072"/>
                    <a:pt x="371186" y="291913"/>
                  </a:cubicBezTo>
                  <a:cubicBezTo>
                    <a:pt x="406643" y="323905"/>
                    <a:pt x="442634" y="355230"/>
                    <a:pt x="478491" y="386822"/>
                  </a:cubicBezTo>
                  <a:cubicBezTo>
                    <a:pt x="482757" y="390687"/>
                    <a:pt x="487555" y="393887"/>
                    <a:pt x="492887" y="396152"/>
                  </a:cubicBezTo>
                  <a:cubicBezTo>
                    <a:pt x="500618" y="399352"/>
                    <a:pt x="505151" y="397752"/>
                    <a:pt x="508350" y="389888"/>
                  </a:cubicBezTo>
                  <a:cubicBezTo>
                    <a:pt x="511682" y="381890"/>
                    <a:pt x="515815" y="374158"/>
                    <a:pt x="519414" y="366294"/>
                  </a:cubicBezTo>
                  <a:cubicBezTo>
                    <a:pt x="525012" y="354163"/>
                    <a:pt x="533677" y="344700"/>
                    <a:pt x="543541" y="335901"/>
                  </a:cubicBezTo>
                  <a:cubicBezTo>
                    <a:pt x="585797" y="297912"/>
                    <a:pt x="630985" y="263520"/>
                    <a:pt x="675506" y="228196"/>
                  </a:cubicBezTo>
                  <a:cubicBezTo>
                    <a:pt x="682971" y="222198"/>
                    <a:pt x="690436" y="216199"/>
                    <a:pt x="698168" y="210601"/>
                  </a:cubicBezTo>
                  <a:cubicBezTo>
                    <a:pt x="702700" y="207268"/>
                    <a:pt x="704566" y="208468"/>
                    <a:pt x="704833" y="214067"/>
                  </a:cubicBezTo>
                  <a:cubicBezTo>
                    <a:pt x="705099" y="219532"/>
                    <a:pt x="702300" y="223797"/>
                    <a:pt x="699367" y="227930"/>
                  </a:cubicBezTo>
                  <a:cubicBezTo>
                    <a:pt x="688836" y="242726"/>
                    <a:pt x="676307" y="255922"/>
                    <a:pt x="664576" y="269652"/>
                  </a:cubicBezTo>
                  <a:cubicBezTo>
                    <a:pt x="622854" y="318573"/>
                    <a:pt x="580598" y="366960"/>
                    <a:pt x="535144" y="412548"/>
                  </a:cubicBezTo>
                  <a:cubicBezTo>
                    <a:pt x="531677" y="416014"/>
                    <a:pt x="532344" y="420280"/>
                    <a:pt x="531411" y="424145"/>
                  </a:cubicBezTo>
                  <a:cubicBezTo>
                    <a:pt x="530345" y="429344"/>
                    <a:pt x="529145" y="434276"/>
                    <a:pt x="525679" y="438408"/>
                  </a:cubicBezTo>
                  <a:cubicBezTo>
                    <a:pt x="522346" y="442274"/>
                    <a:pt x="522346" y="447073"/>
                    <a:pt x="523280" y="451738"/>
                  </a:cubicBezTo>
                  <a:cubicBezTo>
                    <a:pt x="528878" y="479731"/>
                    <a:pt x="537143" y="506924"/>
                    <a:pt x="544341" y="534516"/>
                  </a:cubicBezTo>
                  <a:cubicBezTo>
                    <a:pt x="556338" y="581171"/>
                    <a:pt x="573133" y="626359"/>
                    <a:pt x="588862" y="671814"/>
                  </a:cubicBezTo>
                  <a:cubicBezTo>
                    <a:pt x="609124" y="730066"/>
                    <a:pt x="623920" y="790050"/>
                    <a:pt x="640982" y="849234"/>
                  </a:cubicBezTo>
                  <a:cubicBezTo>
                    <a:pt x="659244" y="912684"/>
                    <a:pt x="674307" y="976935"/>
                    <a:pt x="688436" y="1041451"/>
                  </a:cubicBezTo>
                  <a:cubicBezTo>
                    <a:pt x="690436" y="1050382"/>
                    <a:pt x="691370" y="1059580"/>
                    <a:pt x="692836" y="1068777"/>
                  </a:cubicBezTo>
                  <a:cubicBezTo>
                    <a:pt x="693102" y="1070244"/>
                    <a:pt x="694035" y="1072243"/>
                    <a:pt x="691902" y="1072776"/>
                  </a:cubicBezTo>
                  <a:cubicBezTo>
                    <a:pt x="689903" y="1073310"/>
                    <a:pt x="689503" y="1071310"/>
                    <a:pt x="688970" y="1069844"/>
                  </a:cubicBezTo>
                  <a:cubicBezTo>
                    <a:pt x="683638" y="1055847"/>
                    <a:pt x="678440" y="1041851"/>
                    <a:pt x="674440" y="1027455"/>
                  </a:cubicBezTo>
                  <a:cubicBezTo>
                    <a:pt x="646314" y="925882"/>
                    <a:pt x="616189" y="824841"/>
                    <a:pt x="584463" y="724200"/>
                  </a:cubicBezTo>
                  <a:cubicBezTo>
                    <a:pt x="559404" y="645021"/>
                    <a:pt x="532877" y="566375"/>
                    <a:pt x="500886" y="489595"/>
                  </a:cubicBezTo>
                  <a:cubicBezTo>
                    <a:pt x="498086" y="483063"/>
                    <a:pt x="495287" y="476532"/>
                    <a:pt x="492354" y="470000"/>
                  </a:cubicBezTo>
                  <a:cubicBezTo>
                    <a:pt x="490222" y="465468"/>
                    <a:pt x="486889" y="460136"/>
                    <a:pt x="482090" y="460802"/>
                  </a:cubicBezTo>
                  <a:cubicBezTo>
                    <a:pt x="478092" y="461335"/>
                    <a:pt x="477158" y="467867"/>
                    <a:pt x="476092" y="471999"/>
                  </a:cubicBezTo>
                  <a:cubicBezTo>
                    <a:pt x="474225" y="479731"/>
                    <a:pt x="474892" y="487595"/>
                    <a:pt x="475292" y="495460"/>
                  </a:cubicBezTo>
                  <a:lnTo>
                    <a:pt x="474505" y="1219200"/>
                  </a:lnTo>
                  <a:lnTo>
                    <a:pt x="407041" y="1219200"/>
                  </a:lnTo>
                  <a:lnTo>
                    <a:pt x="409382" y="1154457"/>
                  </a:lnTo>
                  <a:cubicBezTo>
                    <a:pt x="419288" y="881913"/>
                    <a:pt x="429424" y="609994"/>
                    <a:pt x="434503" y="499459"/>
                  </a:cubicBezTo>
                  <a:cubicBezTo>
                    <a:pt x="435169" y="487595"/>
                    <a:pt x="434236" y="486129"/>
                    <a:pt x="423306" y="490661"/>
                  </a:cubicBezTo>
                  <a:cubicBezTo>
                    <a:pt x="405710" y="497992"/>
                    <a:pt x="393313" y="487995"/>
                    <a:pt x="380117" y="479731"/>
                  </a:cubicBezTo>
                  <a:cubicBezTo>
                    <a:pt x="378117" y="478398"/>
                    <a:pt x="377584" y="475732"/>
                    <a:pt x="377317" y="473199"/>
                  </a:cubicBezTo>
                  <a:cubicBezTo>
                    <a:pt x="376918" y="468400"/>
                    <a:pt x="377850" y="463735"/>
                    <a:pt x="379584" y="459469"/>
                  </a:cubicBezTo>
                  <a:cubicBezTo>
                    <a:pt x="384516" y="447739"/>
                    <a:pt x="388248" y="435609"/>
                    <a:pt x="392380" y="423612"/>
                  </a:cubicBezTo>
                  <a:cubicBezTo>
                    <a:pt x="394913" y="416281"/>
                    <a:pt x="400112" y="413881"/>
                    <a:pt x="407577" y="416281"/>
                  </a:cubicBezTo>
                  <a:cubicBezTo>
                    <a:pt x="413841" y="418147"/>
                    <a:pt x="418907" y="422412"/>
                    <a:pt x="423839" y="426411"/>
                  </a:cubicBezTo>
                  <a:cubicBezTo>
                    <a:pt x="426105" y="428145"/>
                    <a:pt x="427837" y="428811"/>
                    <a:pt x="430771" y="427744"/>
                  </a:cubicBezTo>
                  <a:cubicBezTo>
                    <a:pt x="438635" y="424811"/>
                    <a:pt x="446500" y="422279"/>
                    <a:pt x="454498" y="419880"/>
                  </a:cubicBezTo>
                  <a:cubicBezTo>
                    <a:pt x="458629" y="418680"/>
                    <a:pt x="457830" y="417080"/>
                    <a:pt x="455564" y="414681"/>
                  </a:cubicBezTo>
                  <a:cubicBezTo>
                    <a:pt x="450498" y="409482"/>
                    <a:pt x="444500" y="405617"/>
                    <a:pt x="438368" y="402018"/>
                  </a:cubicBezTo>
                  <a:cubicBezTo>
                    <a:pt x="410243" y="385488"/>
                    <a:pt x="385448" y="364694"/>
                    <a:pt x="362921" y="341233"/>
                  </a:cubicBezTo>
                  <a:cubicBezTo>
                    <a:pt x="314001" y="290180"/>
                    <a:pt x="263881" y="240193"/>
                    <a:pt x="212294" y="191672"/>
                  </a:cubicBezTo>
                  <a:cubicBezTo>
                    <a:pt x="148977" y="131821"/>
                    <a:pt x="81661" y="76102"/>
                    <a:pt x="15811" y="18917"/>
                  </a:cubicBezTo>
                  <a:cubicBezTo>
                    <a:pt x="11146" y="14919"/>
                    <a:pt x="6747" y="10786"/>
                    <a:pt x="2215" y="6654"/>
                  </a:cubicBezTo>
                  <a:cubicBezTo>
                    <a:pt x="882" y="5321"/>
                    <a:pt x="-718" y="3588"/>
                    <a:pt x="348" y="1589"/>
                  </a:cubicBezTo>
                  <a:cubicBezTo>
                    <a:pt x="1548" y="-678"/>
                    <a:pt x="4081" y="-11"/>
                    <a:pt x="6081" y="522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 w="226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800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D758FE55-F2E3-411E-B08B-7BB726147569}"/>
              </a:ext>
            </a:extLst>
          </p:cNvPr>
          <p:cNvSpPr/>
          <p:nvPr/>
        </p:nvSpPr>
        <p:spPr>
          <a:xfrm>
            <a:off x="3" y="6359793"/>
            <a:ext cx="9325299" cy="56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BD529C-F177-4014-858A-48426744683D}"/>
              </a:ext>
            </a:extLst>
          </p:cNvPr>
          <p:cNvSpPr/>
          <p:nvPr/>
        </p:nvSpPr>
        <p:spPr>
          <a:xfrm>
            <a:off x="3" y="6512193"/>
            <a:ext cx="9325299" cy="56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A4EDC-BC81-48B2-A5D1-5C42D2143CB0}"/>
              </a:ext>
            </a:extLst>
          </p:cNvPr>
          <p:cNvSpPr/>
          <p:nvPr/>
        </p:nvSpPr>
        <p:spPr>
          <a:xfrm>
            <a:off x="3" y="6664593"/>
            <a:ext cx="9325299" cy="56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120279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8464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DE4DB8-95B1-490C-9ADC-E0A3E777B4A5}"/>
              </a:ext>
            </a:extLst>
          </p:cNvPr>
          <p:cNvSpPr/>
          <p:nvPr/>
        </p:nvSpPr>
        <p:spPr>
          <a:xfrm>
            <a:off x="419103" y="490539"/>
            <a:ext cx="8429625" cy="5876925"/>
          </a:xfrm>
          <a:prstGeom prst="roundRect">
            <a:avLst>
              <a:gd name="adj" fmla="val 4836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520233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DA522A-2DEF-4520-8803-18075D5AFB6D}"/>
              </a:ext>
            </a:extLst>
          </p:cNvPr>
          <p:cNvSpPr/>
          <p:nvPr/>
        </p:nvSpPr>
        <p:spPr>
          <a:xfrm>
            <a:off x="405728" y="347409"/>
            <a:ext cx="11380551" cy="6163182"/>
          </a:xfrm>
          <a:prstGeom prst="roundRect">
            <a:avLst>
              <a:gd name="adj" fmla="val 3889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956300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43734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B75548DB-9145-4C14-977F-BF3E634F8427}"/>
              </a:ext>
            </a:extLst>
          </p:cNvPr>
          <p:cNvSpPr/>
          <p:nvPr/>
        </p:nvSpPr>
        <p:spPr>
          <a:xfrm>
            <a:off x="3857627" y="601909"/>
            <a:ext cx="7771585" cy="5654186"/>
          </a:xfrm>
          <a:prstGeom prst="rect">
            <a:avLst/>
          </a:prstGeom>
          <a:solidFill>
            <a:schemeClr val="bg1">
              <a:alpha val="40000"/>
            </a:schemeClr>
          </a:solidFill>
          <a:ln w="9525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E1BB11-CE0C-4E0F-902B-E0070B16AAE6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9268565" y="783490"/>
            <a:ext cx="2160000" cy="26647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35" indent="0">
              <a:buNone/>
              <a:defRPr sz="2801"/>
            </a:lvl2pPr>
            <a:lvl3pPr marL="914469" indent="0">
              <a:buNone/>
              <a:defRPr sz="2400"/>
            </a:lvl3pPr>
            <a:lvl4pPr marL="1371704" indent="0">
              <a:buNone/>
              <a:defRPr sz="2000"/>
            </a:lvl4pPr>
            <a:lvl5pPr marL="1828937" indent="0">
              <a:buNone/>
              <a:defRPr sz="2000"/>
            </a:lvl5pPr>
            <a:lvl6pPr marL="2286173" indent="0">
              <a:buNone/>
              <a:defRPr sz="2000"/>
            </a:lvl6pPr>
            <a:lvl7pPr marL="2743406" indent="0">
              <a:buNone/>
              <a:defRPr sz="2000"/>
            </a:lvl7pPr>
            <a:lvl8pPr marL="3200640" indent="0">
              <a:buNone/>
              <a:defRPr sz="2000"/>
            </a:lvl8pPr>
            <a:lvl9pPr marL="3657875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637E444D-D0F8-454F-BC8D-5B07A2464039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694435" y="783490"/>
            <a:ext cx="2160000" cy="26647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35" indent="0">
              <a:buNone/>
              <a:defRPr sz="2801"/>
            </a:lvl2pPr>
            <a:lvl3pPr marL="914469" indent="0">
              <a:buNone/>
              <a:defRPr sz="2400"/>
            </a:lvl3pPr>
            <a:lvl4pPr marL="1371704" indent="0">
              <a:buNone/>
              <a:defRPr sz="2000"/>
            </a:lvl4pPr>
            <a:lvl5pPr marL="1828937" indent="0">
              <a:buNone/>
              <a:defRPr sz="2000"/>
            </a:lvl5pPr>
            <a:lvl6pPr marL="2286173" indent="0">
              <a:buNone/>
              <a:defRPr sz="2000"/>
            </a:lvl6pPr>
            <a:lvl7pPr marL="2743406" indent="0">
              <a:buNone/>
              <a:defRPr sz="2000"/>
            </a:lvl7pPr>
            <a:lvl8pPr marL="3200640" indent="0">
              <a:buNone/>
              <a:defRPr sz="2000"/>
            </a:lvl8pPr>
            <a:lvl9pPr marL="3657875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017A26C-1F87-42E7-AD5B-9E66527C1297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120304" y="783490"/>
            <a:ext cx="2160000" cy="26647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35" indent="0">
              <a:buNone/>
              <a:defRPr sz="2801"/>
            </a:lvl2pPr>
            <a:lvl3pPr marL="914469" indent="0">
              <a:buNone/>
              <a:defRPr sz="2400"/>
            </a:lvl3pPr>
            <a:lvl4pPr marL="1371704" indent="0">
              <a:buNone/>
              <a:defRPr sz="2000"/>
            </a:lvl4pPr>
            <a:lvl5pPr marL="1828937" indent="0">
              <a:buNone/>
              <a:defRPr sz="2000"/>
            </a:lvl5pPr>
            <a:lvl6pPr marL="2286173" indent="0">
              <a:buNone/>
              <a:defRPr sz="2000"/>
            </a:lvl6pPr>
            <a:lvl7pPr marL="2743406" indent="0">
              <a:buNone/>
              <a:defRPr sz="2000"/>
            </a:lvl7pPr>
            <a:lvl8pPr marL="3200640" indent="0">
              <a:buNone/>
              <a:defRPr sz="2000"/>
            </a:lvl8pPr>
            <a:lvl9pPr marL="3657875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27655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7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E541B56-E562-45F7-AF65-DC212716E3B3}"/>
              </a:ext>
            </a:extLst>
          </p:cNvPr>
          <p:cNvSpPr/>
          <p:nvPr/>
        </p:nvSpPr>
        <p:spPr>
          <a:xfrm>
            <a:off x="0" y="2638426"/>
            <a:ext cx="12192000" cy="3356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1D487A8B-D75C-45FC-8BC1-0D4AF5ACE0C7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096000" y="2959217"/>
            <a:ext cx="6096000" cy="27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79C5F99C-EA45-41DC-966E-F17A247EA3C2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638176" y="478949"/>
            <a:ext cx="2533651" cy="574098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835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C6AC5C-B6EC-435C-A85E-3D6239B8E699}"/>
              </a:ext>
            </a:extLst>
          </p:cNvPr>
          <p:cNvSpPr/>
          <p:nvPr/>
        </p:nvSpPr>
        <p:spPr>
          <a:xfrm>
            <a:off x="5706239" y="1134293"/>
            <a:ext cx="6485763" cy="27497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061880F9-20D3-4626-A329-F4C73B4556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68939" y="1889760"/>
            <a:ext cx="3277824" cy="4968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1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F69E93-AE09-4200-A06B-AF62BA2DEF83}"/>
              </a:ext>
            </a:extLst>
          </p:cNvPr>
          <p:cNvSpPr/>
          <p:nvPr/>
        </p:nvSpPr>
        <p:spPr>
          <a:xfrm>
            <a:off x="3" y="0"/>
            <a:ext cx="39188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C10B3C62-656F-435D-9524-4DDA6D575D2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777707" y="0"/>
            <a:ext cx="3277824" cy="364889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1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</p:spTree>
    <p:extLst>
      <p:ext uri="{BB962C8B-B14F-4D97-AF65-F5344CB8AC3E}">
        <p14:creationId xmlns:p14="http://schemas.microsoft.com/office/powerpoint/2010/main" val="12738798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042BDB-2F8A-4632-BB44-DDEED52675C4}"/>
              </a:ext>
            </a:extLst>
          </p:cNvPr>
          <p:cNvSpPr/>
          <p:nvPr/>
        </p:nvSpPr>
        <p:spPr>
          <a:xfrm>
            <a:off x="5255666" y="3153398"/>
            <a:ext cx="6355221" cy="32461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A8D69A-BFC2-4B10-BE3B-DDECB81DE897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588681" y="458498"/>
            <a:ext cx="9358627" cy="5369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35" indent="0">
              <a:buNone/>
              <a:defRPr sz="2801"/>
            </a:lvl2pPr>
            <a:lvl3pPr marL="914469" indent="0">
              <a:buNone/>
              <a:defRPr sz="2400"/>
            </a:lvl3pPr>
            <a:lvl4pPr marL="1371704" indent="0">
              <a:buNone/>
              <a:defRPr sz="2000"/>
            </a:lvl4pPr>
            <a:lvl5pPr marL="1828937" indent="0">
              <a:buNone/>
              <a:defRPr sz="2000"/>
            </a:lvl5pPr>
            <a:lvl6pPr marL="2286173" indent="0">
              <a:buNone/>
              <a:defRPr sz="2000"/>
            </a:lvl6pPr>
            <a:lvl7pPr marL="2743406" indent="0">
              <a:buNone/>
              <a:defRPr sz="2000"/>
            </a:lvl7pPr>
            <a:lvl8pPr marL="3200640" indent="0">
              <a:buNone/>
              <a:defRPr sz="2000"/>
            </a:lvl8pPr>
            <a:lvl9pPr marL="3657875" indent="0">
              <a:buNone/>
              <a:defRPr sz="2000"/>
            </a:lvl9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44168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 hasCustomPrompt="1"/>
          </p:nvPr>
        </p:nvSpPr>
        <p:spPr>
          <a:xfrm>
            <a:off x="640595" y="238552"/>
            <a:ext cx="5568619" cy="165618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4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724527" y="0"/>
            <a:ext cx="646747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12" indent="0">
              <a:buNone/>
              <a:defRPr sz="2801"/>
            </a:lvl2pPr>
            <a:lvl3pPr marL="914423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67390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Images &amp; Conten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3356996"/>
            <a:ext cx="12192000" cy="3501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8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2000" cy="326571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60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sp>
        <p:nvSpPr>
          <p:cNvPr id="20" name="Rectangle 19"/>
          <p:cNvSpPr/>
          <p:nvPr/>
        </p:nvSpPr>
        <p:spPr>
          <a:xfrm>
            <a:off x="0" y="3265715"/>
            <a:ext cx="12192000" cy="912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7960089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AB6BE5-3958-49E8-8991-D22E07717048}"/>
              </a:ext>
            </a:extLst>
          </p:cNvPr>
          <p:cNvSpPr/>
          <p:nvPr/>
        </p:nvSpPr>
        <p:spPr>
          <a:xfrm>
            <a:off x="1500807" y="1260377"/>
            <a:ext cx="5040000" cy="50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32721" y="548681"/>
            <a:ext cx="5040000" cy="50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12" indent="0">
              <a:buNone/>
              <a:defRPr sz="2801"/>
            </a:lvl2pPr>
            <a:lvl3pPr marL="914423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81930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3439889" y="5"/>
            <a:ext cx="2520000" cy="4725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1">
                <a:latin typeface="+mn-lt"/>
                <a:cs typeface="Arial" pitchFamily="34" charset="0"/>
              </a:defRPr>
            </a:lvl1pPr>
            <a:lvl2pPr marL="457212" indent="0">
              <a:buNone/>
              <a:defRPr sz="2801"/>
            </a:lvl2pPr>
            <a:lvl3pPr marL="914423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6235775" y="692696"/>
            <a:ext cx="2520000" cy="61653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1">
                <a:latin typeface="+mn-lt"/>
                <a:cs typeface="Arial" pitchFamily="34" charset="0"/>
              </a:defRPr>
            </a:lvl1pPr>
            <a:lvl2pPr marL="457212" indent="0">
              <a:buNone/>
              <a:defRPr sz="2801"/>
            </a:lvl2pPr>
            <a:lvl3pPr marL="914423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3133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092000" y="0"/>
            <a:ext cx="8100000" cy="39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12" indent="0">
              <a:buNone/>
              <a:defRPr sz="2801"/>
            </a:lvl2pPr>
            <a:lvl3pPr marL="914423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3960000"/>
            <a:ext cx="4092000" cy="289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12" indent="0">
              <a:buNone/>
              <a:defRPr sz="2801"/>
            </a:lvl2pPr>
            <a:lvl3pPr marL="914423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4200000" y="4050000"/>
            <a:ext cx="7992000" cy="2808000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16209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C0D4C10-C2A4-4F08-8784-50572298CBD4}"/>
              </a:ext>
            </a:extLst>
          </p:cNvPr>
          <p:cNvGrpSpPr/>
          <p:nvPr/>
        </p:nvGrpSpPr>
        <p:grpSpPr>
          <a:xfrm>
            <a:off x="7405927" y="441839"/>
            <a:ext cx="3829033" cy="4683743"/>
            <a:chOff x="6446339" y="1280897"/>
            <a:chExt cx="4320717" cy="528517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BC281C3-54A3-4D17-90D3-3C22D885DC3D}"/>
                </a:ext>
              </a:extLst>
            </p:cNvPr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276248D-1491-483D-8DA7-980D548EAFD0}"/>
                </a:ext>
              </a:extLst>
            </p:cNvPr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086D30-B45E-4AE5-A39A-ADF73985F3B7}"/>
                </a:ext>
              </a:extLst>
            </p:cNvPr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6C450B-5BE9-4F31-B8AE-78C2BD8E0ABA}"/>
                </a:ext>
              </a:extLst>
            </p:cNvPr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8283BE-C719-442C-B842-C6A9E6D61E9D}"/>
                </a:ext>
              </a:extLst>
            </p:cNvPr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15058D7-0B43-45B3-9958-CCB1DE474417}"/>
                </a:ext>
              </a:extLst>
            </p:cNvPr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F607027-3C81-4740-96D4-A8C5B8B0438F}"/>
                </a:ext>
              </a:extLst>
            </p:cNvPr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047F23E5-8B4D-418C-B537-E74418615CD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27589" y="618680"/>
            <a:ext cx="3533199" cy="3162749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" fmla="*/ 0 w 4495800"/>
              <a:gd name="connsiteY0" fmla="*/ 656948 h 3250005"/>
              <a:gd name="connsiteX1" fmla="*/ 2951085 w 4495800"/>
              <a:gd name="connsiteY1" fmla="*/ 0 h 3250005"/>
              <a:gd name="connsiteX2" fmla="*/ 4495800 w 4495800"/>
              <a:gd name="connsiteY2" fmla="*/ 3250005 h 3250005"/>
              <a:gd name="connsiteX3" fmla="*/ 0 w 4495800"/>
              <a:gd name="connsiteY3" fmla="*/ 3250005 h 3250005"/>
              <a:gd name="connsiteX4" fmla="*/ 0 w 4495800"/>
              <a:gd name="connsiteY4" fmla="*/ 656948 h 3250005"/>
              <a:gd name="connsiteX0" fmla="*/ 106532 w 4602332"/>
              <a:gd name="connsiteY0" fmla="*/ 656948 h 3250005"/>
              <a:gd name="connsiteX1" fmla="*/ 3057617 w 4602332"/>
              <a:gd name="connsiteY1" fmla="*/ 0 h 3250005"/>
              <a:gd name="connsiteX2" fmla="*/ 4602332 w 4602332"/>
              <a:gd name="connsiteY2" fmla="*/ 3250005 h 3250005"/>
              <a:gd name="connsiteX3" fmla="*/ 0 w 4602332"/>
              <a:gd name="connsiteY3" fmla="*/ 2584180 h 3250005"/>
              <a:gd name="connsiteX4" fmla="*/ 106532 w 4602332"/>
              <a:gd name="connsiteY4" fmla="*/ 656948 h 3250005"/>
              <a:gd name="connsiteX0" fmla="*/ 106532 w 3057617"/>
              <a:gd name="connsiteY0" fmla="*/ 656948 h 2584180"/>
              <a:gd name="connsiteX1" fmla="*/ 3057617 w 3057617"/>
              <a:gd name="connsiteY1" fmla="*/ 0 h 2584180"/>
              <a:gd name="connsiteX2" fmla="*/ 2196483 w 3057617"/>
              <a:gd name="connsiteY2" fmla="*/ 2122541 h 2584180"/>
              <a:gd name="connsiteX3" fmla="*/ 0 w 3057617"/>
              <a:gd name="connsiteY3" fmla="*/ 2584180 h 2584180"/>
              <a:gd name="connsiteX4" fmla="*/ 106532 w 3057617"/>
              <a:gd name="connsiteY4" fmla="*/ 656948 h 2584180"/>
              <a:gd name="connsiteX0" fmla="*/ 106532 w 3057617"/>
              <a:gd name="connsiteY0" fmla="*/ 656948 h 2681834"/>
              <a:gd name="connsiteX1" fmla="*/ 3057617 w 3057617"/>
              <a:gd name="connsiteY1" fmla="*/ 0 h 2681834"/>
              <a:gd name="connsiteX2" fmla="*/ 2897819 w 3057617"/>
              <a:gd name="connsiteY2" fmla="*/ 2681834 h 2681834"/>
              <a:gd name="connsiteX3" fmla="*/ 0 w 3057617"/>
              <a:gd name="connsiteY3" fmla="*/ 2584180 h 2681834"/>
              <a:gd name="connsiteX4" fmla="*/ 106532 w 3057617"/>
              <a:gd name="connsiteY4" fmla="*/ 656948 h 2681834"/>
              <a:gd name="connsiteX0" fmla="*/ 0 w 2951085"/>
              <a:gd name="connsiteY0" fmla="*/ 656948 h 2681834"/>
              <a:gd name="connsiteX1" fmla="*/ 2951085 w 2951085"/>
              <a:gd name="connsiteY1" fmla="*/ 0 h 2681834"/>
              <a:gd name="connsiteX2" fmla="*/ 2791287 w 2951085"/>
              <a:gd name="connsiteY2" fmla="*/ 2681834 h 2681834"/>
              <a:gd name="connsiteX3" fmla="*/ 594804 w 2951085"/>
              <a:gd name="connsiteY3" fmla="*/ 2335605 h 2681834"/>
              <a:gd name="connsiteX4" fmla="*/ 0 w 2951085"/>
              <a:gd name="connsiteY4" fmla="*/ 656948 h 2681834"/>
              <a:gd name="connsiteX0" fmla="*/ 115409 w 3066494"/>
              <a:gd name="connsiteY0" fmla="*/ 656948 h 2681834"/>
              <a:gd name="connsiteX1" fmla="*/ 3066494 w 3066494"/>
              <a:gd name="connsiteY1" fmla="*/ 0 h 2681834"/>
              <a:gd name="connsiteX2" fmla="*/ 2906696 w 3066494"/>
              <a:gd name="connsiteY2" fmla="*/ 2681834 h 2681834"/>
              <a:gd name="connsiteX3" fmla="*/ 0 w 3066494"/>
              <a:gd name="connsiteY3" fmla="*/ 2557547 h 2681834"/>
              <a:gd name="connsiteX4" fmla="*/ 115409 w 3066494"/>
              <a:gd name="connsiteY4" fmla="*/ 656948 h 2681834"/>
              <a:gd name="connsiteX0" fmla="*/ 115409 w 2906696"/>
              <a:gd name="connsiteY0" fmla="*/ 292964 h 2317850"/>
              <a:gd name="connsiteX1" fmla="*/ 2853430 w 2906696"/>
              <a:gd name="connsiteY1" fmla="*/ 0 h 2317850"/>
              <a:gd name="connsiteX2" fmla="*/ 2906696 w 2906696"/>
              <a:gd name="connsiteY2" fmla="*/ 2317850 h 2317850"/>
              <a:gd name="connsiteX3" fmla="*/ 0 w 2906696"/>
              <a:gd name="connsiteY3" fmla="*/ 2193563 h 2317850"/>
              <a:gd name="connsiteX4" fmla="*/ 115409 w 2906696"/>
              <a:gd name="connsiteY4" fmla="*/ 292964 h 2317850"/>
              <a:gd name="connsiteX0" fmla="*/ 115409 w 3057617"/>
              <a:gd name="connsiteY0" fmla="*/ 648071 h 2672957"/>
              <a:gd name="connsiteX1" fmla="*/ 3057617 w 3057617"/>
              <a:gd name="connsiteY1" fmla="*/ 0 h 2672957"/>
              <a:gd name="connsiteX2" fmla="*/ 2906696 w 3057617"/>
              <a:gd name="connsiteY2" fmla="*/ 2672957 h 2672957"/>
              <a:gd name="connsiteX3" fmla="*/ 0 w 3057617"/>
              <a:gd name="connsiteY3" fmla="*/ 2548670 h 2672957"/>
              <a:gd name="connsiteX4" fmla="*/ 115409 w 3057617"/>
              <a:gd name="connsiteY4" fmla="*/ 648071 h 2672957"/>
              <a:gd name="connsiteX0" fmla="*/ 115409 w 2971257"/>
              <a:gd name="connsiteY0" fmla="*/ 510911 h 2535797"/>
              <a:gd name="connsiteX1" fmla="*/ 2971257 w 2971257"/>
              <a:gd name="connsiteY1" fmla="*/ 0 h 2535797"/>
              <a:gd name="connsiteX2" fmla="*/ 2906696 w 2971257"/>
              <a:gd name="connsiteY2" fmla="*/ 2535797 h 2535797"/>
              <a:gd name="connsiteX3" fmla="*/ 0 w 2971257"/>
              <a:gd name="connsiteY3" fmla="*/ 2411510 h 2535797"/>
              <a:gd name="connsiteX4" fmla="*/ 115409 w 2971257"/>
              <a:gd name="connsiteY4" fmla="*/ 510911 h 2535797"/>
              <a:gd name="connsiteX0" fmla="*/ 115409 w 3077937"/>
              <a:gd name="connsiteY0" fmla="*/ 668391 h 2693277"/>
              <a:gd name="connsiteX1" fmla="*/ 3077937 w 3077937"/>
              <a:gd name="connsiteY1" fmla="*/ 0 h 2693277"/>
              <a:gd name="connsiteX2" fmla="*/ 2906696 w 3077937"/>
              <a:gd name="connsiteY2" fmla="*/ 2693277 h 2693277"/>
              <a:gd name="connsiteX3" fmla="*/ 0 w 3077937"/>
              <a:gd name="connsiteY3" fmla="*/ 2568990 h 2693277"/>
              <a:gd name="connsiteX4" fmla="*/ 115409 w 3077937"/>
              <a:gd name="connsiteY4" fmla="*/ 668391 h 2693277"/>
              <a:gd name="connsiteX0" fmla="*/ 115409 w 3077937"/>
              <a:gd name="connsiteY0" fmla="*/ 668391 h 2568990"/>
              <a:gd name="connsiteX1" fmla="*/ 3077937 w 3077937"/>
              <a:gd name="connsiteY1" fmla="*/ 0 h 2568990"/>
              <a:gd name="connsiteX2" fmla="*/ 2769536 w 3077937"/>
              <a:gd name="connsiteY2" fmla="*/ 2535797 h 2568990"/>
              <a:gd name="connsiteX3" fmla="*/ 0 w 3077937"/>
              <a:gd name="connsiteY3" fmla="*/ 2568990 h 2568990"/>
              <a:gd name="connsiteX4" fmla="*/ 115409 w 3077937"/>
              <a:gd name="connsiteY4" fmla="*/ 668391 h 2568990"/>
              <a:gd name="connsiteX0" fmla="*/ 115409 w 3077937"/>
              <a:gd name="connsiteY0" fmla="*/ 668391 h 2693277"/>
              <a:gd name="connsiteX1" fmla="*/ 3077937 w 3077937"/>
              <a:gd name="connsiteY1" fmla="*/ 0 h 2693277"/>
              <a:gd name="connsiteX2" fmla="*/ 2916856 w 3077937"/>
              <a:gd name="connsiteY2" fmla="*/ 2693277 h 2693277"/>
              <a:gd name="connsiteX3" fmla="*/ 0 w 3077937"/>
              <a:gd name="connsiteY3" fmla="*/ 2568990 h 2693277"/>
              <a:gd name="connsiteX4" fmla="*/ 115409 w 3077937"/>
              <a:gd name="connsiteY4" fmla="*/ 668391 h 2693277"/>
              <a:gd name="connsiteX0" fmla="*/ 0 w 2962528"/>
              <a:gd name="connsiteY0" fmla="*/ 668391 h 2693277"/>
              <a:gd name="connsiteX1" fmla="*/ 2962528 w 2962528"/>
              <a:gd name="connsiteY1" fmla="*/ 0 h 2693277"/>
              <a:gd name="connsiteX2" fmla="*/ 2801447 w 2962528"/>
              <a:gd name="connsiteY2" fmla="*/ 2693277 h 2693277"/>
              <a:gd name="connsiteX3" fmla="*/ 331631 w 2962528"/>
              <a:gd name="connsiteY3" fmla="*/ 2289590 h 2693277"/>
              <a:gd name="connsiteX4" fmla="*/ 0 w 2962528"/>
              <a:gd name="connsiteY4" fmla="*/ 668391 h 2693277"/>
              <a:gd name="connsiteX0" fmla="*/ 120489 w 3083017"/>
              <a:gd name="connsiteY0" fmla="*/ 66839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120489 w 3083017"/>
              <a:gd name="connsiteY4" fmla="*/ 668391 h 2693277"/>
              <a:gd name="connsiteX0" fmla="*/ 262729 w 3083017"/>
              <a:gd name="connsiteY0" fmla="*/ 84111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262729 w 3083017"/>
              <a:gd name="connsiteY4" fmla="*/ 841111 h 2693277"/>
              <a:gd name="connsiteX0" fmla="*/ 105249 w 3083017"/>
              <a:gd name="connsiteY0" fmla="*/ 70903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105249 w 3083017"/>
              <a:gd name="connsiteY4" fmla="*/ 709031 h 2693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36114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-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1A878D-07A3-41D4-969A-CEC7DA64394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"/>
            <a:ext cx="12192000" cy="6857999"/>
          </a:xfrm>
          <a:prstGeom prst="parallelogram">
            <a:avLst>
              <a:gd name="adj" fmla="val 90695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9232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age slide layou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F5F9F48-A0D7-42AF-B746-871E3E140EE9}"/>
              </a:ext>
            </a:extLst>
          </p:cNvPr>
          <p:cNvSpPr/>
          <p:nvPr/>
        </p:nvSpPr>
        <p:spPr>
          <a:xfrm>
            <a:off x="4457701" y="0"/>
            <a:ext cx="7734300" cy="6858000"/>
          </a:xfrm>
          <a:custGeom>
            <a:avLst/>
            <a:gdLst>
              <a:gd name="connsiteX0" fmla="*/ 3160975 w 7734300"/>
              <a:gd name="connsiteY0" fmla="*/ 0 h 6858000"/>
              <a:gd name="connsiteX1" fmla="*/ 3167701 w 7734300"/>
              <a:gd name="connsiteY1" fmla="*/ 0 h 6858000"/>
              <a:gd name="connsiteX2" fmla="*/ 7734300 w 7734300"/>
              <a:gd name="connsiteY2" fmla="*/ 0 h 6858000"/>
              <a:gd name="connsiteX3" fmla="*/ 7734300 w 7734300"/>
              <a:gd name="connsiteY3" fmla="*/ 6858000 h 6858000"/>
              <a:gd name="connsiteX4" fmla="*/ 3167701 w 7734300"/>
              <a:gd name="connsiteY4" fmla="*/ 6858000 h 6858000"/>
              <a:gd name="connsiteX5" fmla="*/ 3160975 w 7734300"/>
              <a:gd name="connsiteY5" fmla="*/ 6858000 h 6858000"/>
              <a:gd name="connsiteX6" fmla="*/ 3160975 w 7734300"/>
              <a:gd name="connsiteY6" fmla="*/ 6850774 h 6858000"/>
              <a:gd name="connsiteX7" fmla="*/ 0 w 7734300"/>
              <a:gd name="connsiteY7" fmla="*/ 3454443 h 6858000"/>
              <a:gd name="connsiteX8" fmla="*/ 3160975 w 7734300"/>
              <a:gd name="connsiteY8" fmla="*/ 73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34300" h="6858000">
                <a:moveTo>
                  <a:pt x="3160975" y="0"/>
                </a:moveTo>
                <a:lnTo>
                  <a:pt x="3167701" y="0"/>
                </a:lnTo>
                <a:lnTo>
                  <a:pt x="7734300" y="0"/>
                </a:lnTo>
                <a:lnTo>
                  <a:pt x="7734300" y="6858000"/>
                </a:lnTo>
                <a:lnTo>
                  <a:pt x="3167701" y="6858000"/>
                </a:lnTo>
                <a:lnTo>
                  <a:pt x="3160975" y="6858000"/>
                </a:lnTo>
                <a:lnTo>
                  <a:pt x="3160975" y="6850774"/>
                </a:lnTo>
                <a:lnTo>
                  <a:pt x="0" y="3454443"/>
                </a:lnTo>
                <a:lnTo>
                  <a:pt x="3160975" y="73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CF90682-C775-4F81-8230-DD7BF250795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734300" cy="6858000"/>
          </a:xfrm>
          <a:custGeom>
            <a:avLst/>
            <a:gdLst>
              <a:gd name="connsiteX0" fmla="*/ 0 w 7302500"/>
              <a:gd name="connsiteY0" fmla="*/ 0 h 6858000"/>
              <a:gd name="connsiteX1" fmla="*/ 4311650 w 7302500"/>
              <a:gd name="connsiteY1" fmla="*/ 0 h 6858000"/>
              <a:gd name="connsiteX2" fmla="*/ 4318000 w 7302500"/>
              <a:gd name="connsiteY2" fmla="*/ 0 h 6858000"/>
              <a:gd name="connsiteX3" fmla="*/ 4318000 w 7302500"/>
              <a:gd name="connsiteY3" fmla="*/ 7226 h 6858000"/>
              <a:gd name="connsiteX4" fmla="*/ 7302500 w 7302500"/>
              <a:gd name="connsiteY4" fmla="*/ 3403557 h 6858000"/>
              <a:gd name="connsiteX5" fmla="*/ 4318000 w 7302500"/>
              <a:gd name="connsiteY5" fmla="*/ 6850666 h 6858000"/>
              <a:gd name="connsiteX6" fmla="*/ 4318000 w 7302500"/>
              <a:gd name="connsiteY6" fmla="*/ 6858000 h 6858000"/>
              <a:gd name="connsiteX7" fmla="*/ 4311650 w 7302500"/>
              <a:gd name="connsiteY7" fmla="*/ 6858000 h 6858000"/>
              <a:gd name="connsiteX8" fmla="*/ 0 w 73025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02500" h="6858000">
                <a:moveTo>
                  <a:pt x="0" y="0"/>
                </a:moveTo>
                <a:lnTo>
                  <a:pt x="4311650" y="0"/>
                </a:lnTo>
                <a:lnTo>
                  <a:pt x="4318000" y="0"/>
                </a:lnTo>
                <a:lnTo>
                  <a:pt x="4318000" y="7226"/>
                </a:lnTo>
                <a:lnTo>
                  <a:pt x="7302500" y="3403557"/>
                </a:lnTo>
                <a:lnTo>
                  <a:pt x="4318000" y="6850666"/>
                </a:lnTo>
                <a:lnTo>
                  <a:pt x="4318000" y="6858000"/>
                </a:lnTo>
                <a:lnTo>
                  <a:pt x="43116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23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79623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5B8CE5-8DE7-4B1E-A438-23286B4532FA}"/>
              </a:ext>
            </a:extLst>
          </p:cNvPr>
          <p:cNvSpPr/>
          <p:nvPr/>
        </p:nvSpPr>
        <p:spPr>
          <a:xfrm>
            <a:off x="2" y="0"/>
            <a:ext cx="3780891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70290CC-81EF-4E15-9C76-9825C872E73D}"/>
              </a:ext>
            </a:extLst>
          </p:cNvPr>
          <p:cNvSpPr/>
          <p:nvPr/>
        </p:nvSpPr>
        <p:spPr>
          <a:xfrm>
            <a:off x="67750" y="2190042"/>
            <a:ext cx="1825371" cy="4705764"/>
          </a:xfrm>
          <a:custGeom>
            <a:avLst/>
            <a:gdLst>
              <a:gd name="connsiteX0" fmla="*/ 15747 w 1825371"/>
              <a:gd name="connsiteY0" fmla="*/ 1352 h 3047785"/>
              <a:gd name="connsiteX1" fmla="*/ 83062 w 1825371"/>
              <a:gd name="connsiteY1" fmla="*/ 34837 h 3047785"/>
              <a:gd name="connsiteX2" fmla="*/ 961270 w 1825371"/>
              <a:gd name="connsiteY2" fmla="*/ 755975 h 3047785"/>
              <a:gd name="connsiteX3" fmla="*/ 1239162 w 1825371"/>
              <a:gd name="connsiteY3" fmla="*/ 1001764 h 3047785"/>
              <a:gd name="connsiteX4" fmla="*/ 1276445 w 1825371"/>
              <a:gd name="connsiteY4" fmla="*/ 1025928 h 3047785"/>
              <a:gd name="connsiteX5" fmla="*/ 1316489 w 1825371"/>
              <a:gd name="connsiteY5" fmla="*/ 1009704 h 3047785"/>
              <a:gd name="connsiteX6" fmla="*/ 1345141 w 1825371"/>
              <a:gd name="connsiteY6" fmla="*/ 948602 h 3047785"/>
              <a:gd name="connsiteX7" fmla="*/ 1407624 w 1825371"/>
              <a:gd name="connsiteY7" fmla="*/ 869894 h 3047785"/>
              <a:gd name="connsiteX8" fmla="*/ 1749379 w 1825371"/>
              <a:gd name="connsiteY8" fmla="*/ 590967 h 3047785"/>
              <a:gd name="connsiteX9" fmla="*/ 1808066 w 1825371"/>
              <a:gd name="connsiteY9" fmla="*/ 545399 h 3047785"/>
              <a:gd name="connsiteX10" fmla="*/ 1825326 w 1825371"/>
              <a:gd name="connsiteY10" fmla="*/ 554375 h 3047785"/>
              <a:gd name="connsiteX11" fmla="*/ 1811172 w 1825371"/>
              <a:gd name="connsiteY11" fmla="*/ 590277 h 3047785"/>
              <a:gd name="connsiteX12" fmla="*/ 1721073 w 1825371"/>
              <a:gd name="connsiteY12" fmla="*/ 698326 h 3047785"/>
              <a:gd name="connsiteX13" fmla="*/ 1385877 w 1825371"/>
              <a:gd name="connsiteY13" fmla="*/ 1068389 h 3047785"/>
              <a:gd name="connsiteX14" fmla="*/ 1376211 w 1825371"/>
              <a:gd name="connsiteY14" fmla="*/ 1098421 h 3047785"/>
              <a:gd name="connsiteX15" fmla="*/ 1361366 w 1825371"/>
              <a:gd name="connsiteY15" fmla="*/ 1135359 h 3047785"/>
              <a:gd name="connsiteX16" fmla="*/ 1355153 w 1825371"/>
              <a:gd name="connsiteY16" fmla="*/ 1169879 h 3047785"/>
              <a:gd name="connsiteX17" fmla="*/ 1409696 w 1825371"/>
              <a:gd name="connsiteY17" fmla="*/ 1384253 h 3047785"/>
              <a:gd name="connsiteX18" fmla="*/ 1524994 w 1825371"/>
              <a:gd name="connsiteY18" fmla="*/ 1739817 h 3047785"/>
              <a:gd name="connsiteX19" fmla="*/ 1659971 w 1825371"/>
              <a:gd name="connsiteY19" fmla="*/ 2199288 h 3047785"/>
              <a:gd name="connsiteX20" fmla="*/ 1782864 w 1825371"/>
              <a:gd name="connsiteY20" fmla="*/ 2697077 h 3047785"/>
              <a:gd name="connsiteX21" fmla="*/ 1794257 w 1825371"/>
              <a:gd name="connsiteY21" fmla="*/ 2767845 h 3047785"/>
              <a:gd name="connsiteX22" fmla="*/ 1791840 w 1825371"/>
              <a:gd name="connsiteY22" fmla="*/ 2778202 h 3047785"/>
              <a:gd name="connsiteX23" fmla="*/ 1784245 w 1825371"/>
              <a:gd name="connsiteY23" fmla="*/ 2770607 h 3047785"/>
              <a:gd name="connsiteX24" fmla="*/ 1746617 w 1825371"/>
              <a:gd name="connsiteY24" fmla="*/ 2660831 h 3047785"/>
              <a:gd name="connsiteX25" fmla="*/ 1513602 w 1825371"/>
              <a:gd name="connsiteY25" fmla="*/ 1875484 h 3047785"/>
              <a:gd name="connsiteX26" fmla="*/ 1297158 w 1825371"/>
              <a:gd name="connsiteY26" fmla="*/ 1267919 h 3047785"/>
              <a:gd name="connsiteX27" fmla="*/ 1275064 w 1825371"/>
              <a:gd name="connsiteY27" fmla="*/ 1217173 h 3047785"/>
              <a:gd name="connsiteX28" fmla="*/ 1248483 w 1825371"/>
              <a:gd name="connsiteY28" fmla="*/ 1193353 h 3047785"/>
              <a:gd name="connsiteX29" fmla="*/ 1232949 w 1825371"/>
              <a:gd name="connsiteY29" fmla="*/ 1222351 h 3047785"/>
              <a:gd name="connsiteX30" fmla="*/ 1230877 w 1825371"/>
              <a:gd name="connsiteY30" fmla="*/ 1283108 h 3047785"/>
              <a:gd name="connsiteX31" fmla="*/ 1243305 w 1825371"/>
              <a:gd name="connsiteY31" fmla="*/ 1522336 h 3047785"/>
              <a:gd name="connsiteX32" fmla="*/ 1261256 w 1825371"/>
              <a:gd name="connsiteY32" fmla="*/ 1854772 h 3047785"/>
              <a:gd name="connsiteX33" fmla="*/ 1272647 w 1825371"/>
              <a:gd name="connsiteY33" fmla="*/ 2086061 h 3047785"/>
              <a:gd name="connsiteX34" fmla="*/ 1288528 w 1825371"/>
              <a:gd name="connsiteY34" fmla="*/ 2674639 h 3047785"/>
              <a:gd name="connsiteX35" fmla="*/ 1297493 w 1825371"/>
              <a:gd name="connsiteY35" fmla="*/ 3047785 h 3047785"/>
              <a:gd name="connsiteX36" fmla="*/ 1048951 w 1825371"/>
              <a:gd name="connsiteY36" fmla="*/ 3047785 h 3047785"/>
              <a:gd name="connsiteX37" fmla="*/ 1053441 w 1825371"/>
              <a:gd name="connsiteY37" fmla="*/ 2920082 h 3047785"/>
              <a:gd name="connsiteX38" fmla="*/ 1066213 w 1825371"/>
              <a:gd name="connsiteY38" fmla="*/ 2573839 h 3047785"/>
              <a:gd name="connsiteX39" fmla="*/ 1077951 w 1825371"/>
              <a:gd name="connsiteY39" fmla="*/ 2236916 h 3047785"/>
              <a:gd name="connsiteX40" fmla="*/ 1093485 w 1825371"/>
              <a:gd name="connsiteY40" fmla="*/ 1882733 h 3047785"/>
              <a:gd name="connsiteX41" fmla="*/ 1107983 w 1825371"/>
              <a:gd name="connsiteY41" fmla="*/ 1608293 h 3047785"/>
              <a:gd name="connsiteX42" fmla="*/ 1125245 w 1825371"/>
              <a:gd name="connsiteY42" fmla="*/ 1293464 h 3047785"/>
              <a:gd name="connsiteX43" fmla="*/ 1096247 w 1825371"/>
              <a:gd name="connsiteY43" fmla="*/ 1270681 h 3047785"/>
              <a:gd name="connsiteX44" fmla="*/ 984400 w 1825371"/>
              <a:gd name="connsiteY44" fmla="*/ 1242374 h 3047785"/>
              <a:gd name="connsiteX45" fmla="*/ 977149 w 1825371"/>
              <a:gd name="connsiteY45" fmla="*/ 1225458 h 3047785"/>
              <a:gd name="connsiteX46" fmla="*/ 983019 w 1825371"/>
              <a:gd name="connsiteY46" fmla="*/ 1189902 h 3047785"/>
              <a:gd name="connsiteX47" fmla="*/ 1016158 w 1825371"/>
              <a:gd name="connsiteY47" fmla="*/ 1097041 h 3047785"/>
              <a:gd name="connsiteX48" fmla="*/ 1055513 w 1825371"/>
              <a:gd name="connsiteY48" fmla="*/ 1078055 h 3047785"/>
              <a:gd name="connsiteX49" fmla="*/ 1097628 w 1825371"/>
              <a:gd name="connsiteY49" fmla="*/ 1104290 h 3047785"/>
              <a:gd name="connsiteX50" fmla="*/ 1115579 w 1825371"/>
              <a:gd name="connsiteY50" fmla="*/ 1107743 h 3047785"/>
              <a:gd name="connsiteX51" fmla="*/ 1177026 w 1825371"/>
              <a:gd name="connsiteY51" fmla="*/ 1087375 h 3047785"/>
              <a:gd name="connsiteX52" fmla="*/ 1179787 w 1825371"/>
              <a:gd name="connsiteY52" fmla="*/ 1073913 h 3047785"/>
              <a:gd name="connsiteX53" fmla="*/ 1135255 w 1825371"/>
              <a:gd name="connsiteY53" fmla="*/ 1041117 h 3047785"/>
              <a:gd name="connsiteX54" fmla="*/ 939868 w 1825371"/>
              <a:gd name="connsiteY54" fmla="*/ 883702 h 3047785"/>
              <a:gd name="connsiteX55" fmla="*/ 549783 w 1825371"/>
              <a:gd name="connsiteY55" fmla="*/ 496379 h 3047785"/>
              <a:gd name="connsiteX56" fmla="*/ 40947 w 1825371"/>
              <a:gd name="connsiteY56" fmla="*/ 48990 h 3047785"/>
              <a:gd name="connsiteX57" fmla="*/ 5735 w 1825371"/>
              <a:gd name="connsiteY57" fmla="*/ 17231 h 3047785"/>
              <a:gd name="connsiteX58" fmla="*/ 902 w 1825371"/>
              <a:gd name="connsiteY58" fmla="*/ 4114 h 3047785"/>
              <a:gd name="connsiteX59" fmla="*/ 15747 w 1825371"/>
              <a:gd name="connsiteY59" fmla="*/ 1352 h 3047785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88528 w 1825371"/>
              <a:gd name="connsiteY34" fmla="*/ 2674639 h 4705763"/>
              <a:gd name="connsiteX35" fmla="*/ 1297493 w 1825371"/>
              <a:gd name="connsiteY35" fmla="*/ 3047785 h 4705763"/>
              <a:gd name="connsiteX36" fmla="*/ 938419 w 1825371"/>
              <a:gd name="connsiteY36" fmla="*/ 4705763 h 4705763"/>
              <a:gd name="connsiteX37" fmla="*/ 1053441 w 1825371"/>
              <a:gd name="connsiteY37" fmla="*/ 2920082 h 4705763"/>
              <a:gd name="connsiteX38" fmla="*/ 1066213 w 1825371"/>
              <a:gd name="connsiteY38" fmla="*/ 2573839 h 4705763"/>
              <a:gd name="connsiteX39" fmla="*/ 1077951 w 1825371"/>
              <a:gd name="connsiteY39" fmla="*/ 2236916 h 4705763"/>
              <a:gd name="connsiteX40" fmla="*/ 1093485 w 1825371"/>
              <a:gd name="connsiteY40" fmla="*/ 1882733 h 4705763"/>
              <a:gd name="connsiteX41" fmla="*/ 1107983 w 1825371"/>
              <a:gd name="connsiteY41" fmla="*/ 1608293 h 4705763"/>
              <a:gd name="connsiteX42" fmla="*/ 1125245 w 1825371"/>
              <a:gd name="connsiteY42" fmla="*/ 1293464 h 4705763"/>
              <a:gd name="connsiteX43" fmla="*/ 1096247 w 1825371"/>
              <a:gd name="connsiteY43" fmla="*/ 1270681 h 4705763"/>
              <a:gd name="connsiteX44" fmla="*/ 984400 w 1825371"/>
              <a:gd name="connsiteY44" fmla="*/ 1242374 h 4705763"/>
              <a:gd name="connsiteX45" fmla="*/ 977149 w 1825371"/>
              <a:gd name="connsiteY45" fmla="*/ 1225458 h 4705763"/>
              <a:gd name="connsiteX46" fmla="*/ 983019 w 1825371"/>
              <a:gd name="connsiteY46" fmla="*/ 1189902 h 4705763"/>
              <a:gd name="connsiteX47" fmla="*/ 1016158 w 1825371"/>
              <a:gd name="connsiteY47" fmla="*/ 1097041 h 4705763"/>
              <a:gd name="connsiteX48" fmla="*/ 1055513 w 1825371"/>
              <a:gd name="connsiteY48" fmla="*/ 1078055 h 4705763"/>
              <a:gd name="connsiteX49" fmla="*/ 1097628 w 1825371"/>
              <a:gd name="connsiteY49" fmla="*/ 1104290 h 4705763"/>
              <a:gd name="connsiteX50" fmla="*/ 1115579 w 1825371"/>
              <a:gd name="connsiteY50" fmla="*/ 1107743 h 4705763"/>
              <a:gd name="connsiteX51" fmla="*/ 1177026 w 1825371"/>
              <a:gd name="connsiteY51" fmla="*/ 1087375 h 4705763"/>
              <a:gd name="connsiteX52" fmla="*/ 1179787 w 1825371"/>
              <a:gd name="connsiteY52" fmla="*/ 1073913 h 4705763"/>
              <a:gd name="connsiteX53" fmla="*/ 1135255 w 1825371"/>
              <a:gd name="connsiteY53" fmla="*/ 1041117 h 4705763"/>
              <a:gd name="connsiteX54" fmla="*/ 939868 w 1825371"/>
              <a:gd name="connsiteY54" fmla="*/ 883702 h 4705763"/>
              <a:gd name="connsiteX55" fmla="*/ 549783 w 1825371"/>
              <a:gd name="connsiteY55" fmla="*/ 496379 h 4705763"/>
              <a:gd name="connsiteX56" fmla="*/ 40947 w 1825371"/>
              <a:gd name="connsiteY56" fmla="*/ 48990 h 4705763"/>
              <a:gd name="connsiteX57" fmla="*/ 5735 w 1825371"/>
              <a:gd name="connsiteY57" fmla="*/ 17231 h 4705763"/>
              <a:gd name="connsiteX58" fmla="*/ 902 w 1825371"/>
              <a:gd name="connsiteY58" fmla="*/ 4114 h 4705763"/>
              <a:gd name="connsiteX59" fmla="*/ 15747 w 1825371"/>
              <a:gd name="connsiteY59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88528 w 1825371"/>
              <a:gd name="connsiteY34" fmla="*/ 2674639 h 4705763"/>
              <a:gd name="connsiteX35" fmla="*/ 1297493 w 1825371"/>
              <a:gd name="connsiteY35" fmla="*/ 4685667 h 4705763"/>
              <a:gd name="connsiteX36" fmla="*/ 938419 w 1825371"/>
              <a:gd name="connsiteY36" fmla="*/ 4705763 h 4705763"/>
              <a:gd name="connsiteX37" fmla="*/ 1053441 w 1825371"/>
              <a:gd name="connsiteY37" fmla="*/ 2920082 h 4705763"/>
              <a:gd name="connsiteX38" fmla="*/ 1066213 w 1825371"/>
              <a:gd name="connsiteY38" fmla="*/ 2573839 h 4705763"/>
              <a:gd name="connsiteX39" fmla="*/ 1077951 w 1825371"/>
              <a:gd name="connsiteY39" fmla="*/ 2236916 h 4705763"/>
              <a:gd name="connsiteX40" fmla="*/ 1093485 w 1825371"/>
              <a:gd name="connsiteY40" fmla="*/ 1882733 h 4705763"/>
              <a:gd name="connsiteX41" fmla="*/ 1107983 w 1825371"/>
              <a:gd name="connsiteY41" fmla="*/ 1608293 h 4705763"/>
              <a:gd name="connsiteX42" fmla="*/ 1125245 w 1825371"/>
              <a:gd name="connsiteY42" fmla="*/ 1293464 h 4705763"/>
              <a:gd name="connsiteX43" fmla="*/ 1096247 w 1825371"/>
              <a:gd name="connsiteY43" fmla="*/ 1270681 h 4705763"/>
              <a:gd name="connsiteX44" fmla="*/ 984400 w 1825371"/>
              <a:gd name="connsiteY44" fmla="*/ 1242374 h 4705763"/>
              <a:gd name="connsiteX45" fmla="*/ 977149 w 1825371"/>
              <a:gd name="connsiteY45" fmla="*/ 1225458 h 4705763"/>
              <a:gd name="connsiteX46" fmla="*/ 983019 w 1825371"/>
              <a:gd name="connsiteY46" fmla="*/ 1189902 h 4705763"/>
              <a:gd name="connsiteX47" fmla="*/ 1016158 w 1825371"/>
              <a:gd name="connsiteY47" fmla="*/ 1097041 h 4705763"/>
              <a:gd name="connsiteX48" fmla="*/ 1055513 w 1825371"/>
              <a:gd name="connsiteY48" fmla="*/ 1078055 h 4705763"/>
              <a:gd name="connsiteX49" fmla="*/ 1097628 w 1825371"/>
              <a:gd name="connsiteY49" fmla="*/ 1104290 h 4705763"/>
              <a:gd name="connsiteX50" fmla="*/ 1115579 w 1825371"/>
              <a:gd name="connsiteY50" fmla="*/ 1107743 h 4705763"/>
              <a:gd name="connsiteX51" fmla="*/ 1177026 w 1825371"/>
              <a:gd name="connsiteY51" fmla="*/ 1087375 h 4705763"/>
              <a:gd name="connsiteX52" fmla="*/ 1179787 w 1825371"/>
              <a:gd name="connsiteY52" fmla="*/ 1073913 h 4705763"/>
              <a:gd name="connsiteX53" fmla="*/ 1135255 w 1825371"/>
              <a:gd name="connsiteY53" fmla="*/ 1041117 h 4705763"/>
              <a:gd name="connsiteX54" fmla="*/ 939868 w 1825371"/>
              <a:gd name="connsiteY54" fmla="*/ 883702 h 4705763"/>
              <a:gd name="connsiteX55" fmla="*/ 549783 w 1825371"/>
              <a:gd name="connsiteY55" fmla="*/ 496379 h 4705763"/>
              <a:gd name="connsiteX56" fmla="*/ 40947 w 1825371"/>
              <a:gd name="connsiteY56" fmla="*/ 48990 h 4705763"/>
              <a:gd name="connsiteX57" fmla="*/ 5735 w 1825371"/>
              <a:gd name="connsiteY57" fmla="*/ 17231 h 4705763"/>
              <a:gd name="connsiteX58" fmla="*/ 902 w 1825371"/>
              <a:gd name="connsiteY58" fmla="*/ 4114 h 4705763"/>
              <a:gd name="connsiteX59" fmla="*/ 15747 w 1825371"/>
              <a:gd name="connsiteY59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97493 w 1825371"/>
              <a:gd name="connsiteY34" fmla="*/ 4685667 h 4705763"/>
              <a:gd name="connsiteX35" fmla="*/ 938419 w 1825371"/>
              <a:gd name="connsiteY35" fmla="*/ 4705763 h 4705763"/>
              <a:gd name="connsiteX36" fmla="*/ 1053441 w 1825371"/>
              <a:gd name="connsiteY36" fmla="*/ 2920082 h 4705763"/>
              <a:gd name="connsiteX37" fmla="*/ 1066213 w 1825371"/>
              <a:gd name="connsiteY37" fmla="*/ 2573839 h 4705763"/>
              <a:gd name="connsiteX38" fmla="*/ 1077951 w 1825371"/>
              <a:gd name="connsiteY38" fmla="*/ 2236916 h 4705763"/>
              <a:gd name="connsiteX39" fmla="*/ 1093485 w 1825371"/>
              <a:gd name="connsiteY39" fmla="*/ 1882733 h 4705763"/>
              <a:gd name="connsiteX40" fmla="*/ 1107983 w 1825371"/>
              <a:gd name="connsiteY40" fmla="*/ 1608293 h 4705763"/>
              <a:gd name="connsiteX41" fmla="*/ 1125245 w 1825371"/>
              <a:gd name="connsiteY41" fmla="*/ 1293464 h 4705763"/>
              <a:gd name="connsiteX42" fmla="*/ 1096247 w 1825371"/>
              <a:gd name="connsiteY42" fmla="*/ 1270681 h 4705763"/>
              <a:gd name="connsiteX43" fmla="*/ 984400 w 1825371"/>
              <a:gd name="connsiteY43" fmla="*/ 1242374 h 4705763"/>
              <a:gd name="connsiteX44" fmla="*/ 977149 w 1825371"/>
              <a:gd name="connsiteY44" fmla="*/ 1225458 h 4705763"/>
              <a:gd name="connsiteX45" fmla="*/ 983019 w 1825371"/>
              <a:gd name="connsiteY45" fmla="*/ 1189902 h 4705763"/>
              <a:gd name="connsiteX46" fmla="*/ 1016158 w 1825371"/>
              <a:gd name="connsiteY46" fmla="*/ 1097041 h 4705763"/>
              <a:gd name="connsiteX47" fmla="*/ 1055513 w 1825371"/>
              <a:gd name="connsiteY47" fmla="*/ 1078055 h 4705763"/>
              <a:gd name="connsiteX48" fmla="*/ 1097628 w 1825371"/>
              <a:gd name="connsiteY48" fmla="*/ 1104290 h 4705763"/>
              <a:gd name="connsiteX49" fmla="*/ 1115579 w 1825371"/>
              <a:gd name="connsiteY49" fmla="*/ 1107743 h 4705763"/>
              <a:gd name="connsiteX50" fmla="*/ 1177026 w 1825371"/>
              <a:gd name="connsiteY50" fmla="*/ 1087375 h 4705763"/>
              <a:gd name="connsiteX51" fmla="*/ 1179787 w 1825371"/>
              <a:gd name="connsiteY51" fmla="*/ 1073913 h 4705763"/>
              <a:gd name="connsiteX52" fmla="*/ 1135255 w 1825371"/>
              <a:gd name="connsiteY52" fmla="*/ 1041117 h 4705763"/>
              <a:gd name="connsiteX53" fmla="*/ 939868 w 1825371"/>
              <a:gd name="connsiteY53" fmla="*/ 883702 h 4705763"/>
              <a:gd name="connsiteX54" fmla="*/ 549783 w 1825371"/>
              <a:gd name="connsiteY54" fmla="*/ 496379 h 4705763"/>
              <a:gd name="connsiteX55" fmla="*/ 40947 w 1825371"/>
              <a:gd name="connsiteY55" fmla="*/ 48990 h 4705763"/>
              <a:gd name="connsiteX56" fmla="*/ 5735 w 1825371"/>
              <a:gd name="connsiteY56" fmla="*/ 17231 h 4705763"/>
              <a:gd name="connsiteX57" fmla="*/ 902 w 1825371"/>
              <a:gd name="connsiteY57" fmla="*/ 4114 h 4705763"/>
              <a:gd name="connsiteX58" fmla="*/ 15747 w 1825371"/>
              <a:gd name="connsiteY58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97493 w 1825371"/>
              <a:gd name="connsiteY33" fmla="*/ 4685667 h 4705763"/>
              <a:gd name="connsiteX34" fmla="*/ 938419 w 1825371"/>
              <a:gd name="connsiteY34" fmla="*/ 4705763 h 4705763"/>
              <a:gd name="connsiteX35" fmla="*/ 1053441 w 1825371"/>
              <a:gd name="connsiteY35" fmla="*/ 2920082 h 4705763"/>
              <a:gd name="connsiteX36" fmla="*/ 1066213 w 1825371"/>
              <a:gd name="connsiteY36" fmla="*/ 2573839 h 4705763"/>
              <a:gd name="connsiteX37" fmla="*/ 1077951 w 1825371"/>
              <a:gd name="connsiteY37" fmla="*/ 2236916 h 4705763"/>
              <a:gd name="connsiteX38" fmla="*/ 1093485 w 1825371"/>
              <a:gd name="connsiteY38" fmla="*/ 1882733 h 4705763"/>
              <a:gd name="connsiteX39" fmla="*/ 1107983 w 1825371"/>
              <a:gd name="connsiteY39" fmla="*/ 1608293 h 4705763"/>
              <a:gd name="connsiteX40" fmla="*/ 1125245 w 1825371"/>
              <a:gd name="connsiteY40" fmla="*/ 1293464 h 4705763"/>
              <a:gd name="connsiteX41" fmla="*/ 1096247 w 1825371"/>
              <a:gd name="connsiteY41" fmla="*/ 1270681 h 4705763"/>
              <a:gd name="connsiteX42" fmla="*/ 984400 w 1825371"/>
              <a:gd name="connsiteY42" fmla="*/ 1242374 h 4705763"/>
              <a:gd name="connsiteX43" fmla="*/ 977149 w 1825371"/>
              <a:gd name="connsiteY43" fmla="*/ 1225458 h 4705763"/>
              <a:gd name="connsiteX44" fmla="*/ 983019 w 1825371"/>
              <a:gd name="connsiteY44" fmla="*/ 1189902 h 4705763"/>
              <a:gd name="connsiteX45" fmla="*/ 1016158 w 1825371"/>
              <a:gd name="connsiteY45" fmla="*/ 1097041 h 4705763"/>
              <a:gd name="connsiteX46" fmla="*/ 1055513 w 1825371"/>
              <a:gd name="connsiteY46" fmla="*/ 1078055 h 4705763"/>
              <a:gd name="connsiteX47" fmla="*/ 1097628 w 1825371"/>
              <a:gd name="connsiteY47" fmla="*/ 1104290 h 4705763"/>
              <a:gd name="connsiteX48" fmla="*/ 1115579 w 1825371"/>
              <a:gd name="connsiteY48" fmla="*/ 1107743 h 4705763"/>
              <a:gd name="connsiteX49" fmla="*/ 1177026 w 1825371"/>
              <a:gd name="connsiteY49" fmla="*/ 1087375 h 4705763"/>
              <a:gd name="connsiteX50" fmla="*/ 1179787 w 1825371"/>
              <a:gd name="connsiteY50" fmla="*/ 1073913 h 4705763"/>
              <a:gd name="connsiteX51" fmla="*/ 1135255 w 1825371"/>
              <a:gd name="connsiteY51" fmla="*/ 1041117 h 4705763"/>
              <a:gd name="connsiteX52" fmla="*/ 939868 w 1825371"/>
              <a:gd name="connsiteY52" fmla="*/ 883702 h 4705763"/>
              <a:gd name="connsiteX53" fmla="*/ 549783 w 1825371"/>
              <a:gd name="connsiteY53" fmla="*/ 496379 h 4705763"/>
              <a:gd name="connsiteX54" fmla="*/ 40947 w 1825371"/>
              <a:gd name="connsiteY54" fmla="*/ 48990 h 4705763"/>
              <a:gd name="connsiteX55" fmla="*/ 5735 w 1825371"/>
              <a:gd name="connsiteY55" fmla="*/ 17231 h 4705763"/>
              <a:gd name="connsiteX56" fmla="*/ 902 w 1825371"/>
              <a:gd name="connsiteY56" fmla="*/ 4114 h 4705763"/>
              <a:gd name="connsiteX57" fmla="*/ 15747 w 1825371"/>
              <a:gd name="connsiteY57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97493 w 1825371"/>
              <a:gd name="connsiteY32" fmla="*/ 4685667 h 4705763"/>
              <a:gd name="connsiteX33" fmla="*/ 938419 w 1825371"/>
              <a:gd name="connsiteY33" fmla="*/ 4705763 h 4705763"/>
              <a:gd name="connsiteX34" fmla="*/ 1053441 w 1825371"/>
              <a:gd name="connsiteY34" fmla="*/ 2920082 h 4705763"/>
              <a:gd name="connsiteX35" fmla="*/ 1066213 w 1825371"/>
              <a:gd name="connsiteY35" fmla="*/ 2573839 h 4705763"/>
              <a:gd name="connsiteX36" fmla="*/ 1077951 w 1825371"/>
              <a:gd name="connsiteY36" fmla="*/ 2236916 h 4705763"/>
              <a:gd name="connsiteX37" fmla="*/ 1093485 w 1825371"/>
              <a:gd name="connsiteY37" fmla="*/ 1882733 h 4705763"/>
              <a:gd name="connsiteX38" fmla="*/ 1107983 w 1825371"/>
              <a:gd name="connsiteY38" fmla="*/ 1608293 h 4705763"/>
              <a:gd name="connsiteX39" fmla="*/ 1125245 w 1825371"/>
              <a:gd name="connsiteY39" fmla="*/ 1293464 h 4705763"/>
              <a:gd name="connsiteX40" fmla="*/ 1096247 w 1825371"/>
              <a:gd name="connsiteY40" fmla="*/ 1270681 h 4705763"/>
              <a:gd name="connsiteX41" fmla="*/ 984400 w 1825371"/>
              <a:gd name="connsiteY41" fmla="*/ 1242374 h 4705763"/>
              <a:gd name="connsiteX42" fmla="*/ 977149 w 1825371"/>
              <a:gd name="connsiteY42" fmla="*/ 1225458 h 4705763"/>
              <a:gd name="connsiteX43" fmla="*/ 983019 w 1825371"/>
              <a:gd name="connsiteY43" fmla="*/ 1189902 h 4705763"/>
              <a:gd name="connsiteX44" fmla="*/ 1016158 w 1825371"/>
              <a:gd name="connsiteY44" fmla="*/ 1097041 h 4705763"/>
              <a:gd name="connsiteX45" fmla="*/ 1055513 w 1825371"/>
              <a:gd name="connsiteY45" fmla="*/ 1078055 h 4705763"/>
              <a:gd name="connsiteX46" fmla="*/ 1097628 w 1825371"/>
              <a:gd name="connsiteY46" fmla="*/ 1104290 h 4705763"/>
              <a:gd name="connsiteX47" fmla="*/ 1115579 w 1825371"/>
              <a:gd name="connsiteY47" fmla="*/ 1107743 h 4705763"/>
              <a:gd name="connsiteX48" fmla="*/ 1177026 w 1825371"/>
              <a:gd name="connsiteY48" fmla="*/ 1087375 h 4705763"/>
              <a:gd name="connsiteX49" fmla="*/ 1179787 w 1825371"/>
              <a:gd name="connsiteY49" fmla="*/ 1073913 h 4705763"/>
              <a:gd name="connsiteX50" fmla="*/ 1135255 w 1825371"/>
              <a:gd name="connsiteY50" fmla="*/ 1041117 h 4705763"/>
              <a:gd name="connsiteX51" fmla="*/ 939868 w 1825371"/>
              <a:gd name="connsiteY51" fmla="*/ 883702 h 4705763"/>
              <a:gd name="connsiteX52" fmla="*/ 549783 w 1825371"/>
              <a:gd name="connsiteY52" fmla="*/ 496379 h 4705763"/>
              <a:gd name="connsiteX53" fmla="*/ 40947 w 1825371"/>
              <a:gd name="connsiteY53" fmla="*/ 48990 h 4705763"/>
              <a:gd name="connsiteX54" fmla="*/ 5735 w 1825371"/>
              <a:gd name="connsiteY54" fmla="*/ 17231 h 4705763"/>
              <a:gd name="connsiteX55" fmla="*/ 902 w 1825371"/>
              <a:gd name="connsiteY55" fmla="*/ 4114 h 4705763"/>
              <a:gd name="connsiteX56" fmla="*/ 15747 w 1825371"/>
              <a:gd name="connsiteY56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093485 w 1825371"/>
              <a:gd name="connsiteY36" fmla="*/ 1882733 h 4705763"/>
              <a:gd name="connsiteX37" fmla="*/ 1107983 w 1825371"/>
              <a:gd name="connsiteY37" fmla="*/ 1608293 h 4705763"/>
              <a:gd name="connsiteX38" fmla="*/ 1125245 w 1825371"/>
              <a:gd name="connsiteY38" fmla="*/ 1293464 h 4705763"/>
              <a:gd name="connsiteX39" fmla="*/ 1096247 w 1825371"/>
              <a:gd name="connsiteY39" fmla="*/ 1270681 h 4705763"/>
              <a:gd name="connsiteX40" fmla="*/ 984400 w 1825371"/>
              <a:gd name="connsiteY40" fmla="*/ 1242374 h 4705763"/>
              <a:gd name="connsiteX41" fmla="*/ 977149 w 1825371"/>
              <a:gd name="connsiteY41" fmla="*/ 1225458 h 4705763"/>
              <a:gd name="connsiteX42" fmla="*/ 983019 w 1825371"/>
              <a:gd name="connsiteY42" fmla="*/ 1189902 h 4705763"/>
              <a:gd name="connsiteX43" fmla="*/ 1016158 w 1825371"/>
              <a:gd name="connsiteY43" fmla="*/ 1097041 h 4705763"/>
              <a:gd name="connsiteX44" fmla="*/ 1055513 w 1825371"/>
              <a:gd name="connsiteY44" fmla="*/ 1078055 h 4705763"/>
              <a:gd name="connsiteX45" fmla="*/ 1097628 w 1825371"/>
              <a:gd name="connsiteY45" fmla="*/ 1104290 h 4705763"/>
              <a:gd name="connsiteX46" fmla="*/ 1115579 w 1825371"/>
              <a:gd name="connsiteY46" fmla="*/ 1107743 h 4705763"/>
              <a:gd name="connsiteX47" fmla="*/ 1177026 w 1825371"/>
              <a:gd name="connsiteY47" fmla="*/ 1087375 h 4705763"/>
              <a:gd name="connsiteX48" fmla="*/ 1179787 w 1825371"/>
              <a:gd name="connsiteY48" fmla="*/ 1073913 h 4705763"/>
              <a:gd name="connsiteX49" fmla="*/ 1135255 w 1825371"/>
              <a:gd name="connsiteY49" fmla="*/ 1041117 h 4705763"/>
              <a:gd name="connsiteX50" fmla="*/ 939868 w 1825371"/>
              <a:gd name="connsiteY50" fmla="*/ 883702 h 4705763"/>
              <a:gd name="connsiteX51" fmla="*/ 549783 w 1825371"/>
              <a:gd name="connsiteY51" fmla="*/ 496379 h 4705763"/>
              <a:gd name="connsiteX52" fmla="*/ 40947 w 1825371"/>
              <a:gd name="connsiteY52" fmla="*/ 48990 h 4705763"/>
              <a:gd name="connsiteX53" fmla="*/ 5735 w 1825371"/>
              <a:gd name="connsiteY53" fmla="*/ 17231 h 4705763"/>
              <a:gd name="connsiteX54" fmla="*/ 902 w 1825371"/>
              <a:gd name="connsiteY54" fmla="*/ 4114 h 4705763"/>
              <a:gd name="connsiteX55" fmla="*/ 15747 w 1825371"/>
              <a:gd name="connsiteY55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093485 w 1825371"/>
              <a:gd name="connsiteY36" fmla="*/ 1882733 h 4705763"/>
              <a:gd name="connsiteX37" fmla="*/ 1125245 w 1825371"/>
              <a:gd name="connsiteY37" fmla="*/ 1293464 h 4705763"/>
              <a:gd name="connsiteX38" fmla="*/ 1096247 w 1825371"/>
              <a:gd name="connsiteY38" fmla="*/ 1270681 h 4705763"/>
              <a:gd name="connsiteX39" fmla="*/ 984400 w 1825371"/>
              <a:gd name="connsiteY39" fmla="*/ 1242374 h 4705763"/>
              <a:gd name="connsiteX40" fmla="*/ 977149 w 1825371"/>
              <a:gd name="connsiteY40" fmla="*/ 1225458 h 4705763"/>
              <a:gd name="connsiteX41" fmla="*/ 983019 w 1825371"/>
              <a:gd name="connsiteY41" fmla="*/ 1189902 h 4705763"/>
              <a:gd name="connsiteX42" fmla="*/ 1016158 w 1825371"/>
              <a:gd name="connsiteY42" fmla="*/ 1097041 h 4705763"/>
              <a:gd name="connsiteX43" fmla="*/ 1055513 w 1825371"/>
              <a:gd name="connsiteY43" fmla="*/ 1078055 h 4705763"/>
              <a:gd name="connsiteX44" fmla="*/ 1097628 w 1825371"/>
              <a:gd name="connsiteY44" fmla="*/ 1104290 h 4705763"/>
              <a:gd name="connsiteX45" fmla="*/ 1115579 w 1825371"/>
              <a:gd name="connsiteY45" fmla="*/ 1107743 h 4705763"/>
              <a:gd name="connsiteX46" fmla="*/ 1177026 w 1825371"/>
              <a:gd name="connsiteY46" fmla="*/ 1087375 h 4705763"/>
              <a:gd name="connsiteX47" fmla="*/ 1179787 w 1825371"/>
              <a:gd name="connsiteY47" fmla="*/ 1073913 h 4705763"/>
              <a:gd name="connsiteX48" fmla="*/ 1135255 w 1825371"/>
              <a:gd name="connsiteY48" fmla="*/ 1041117 h 4705763"/>
              <a:gd name="connsiteX49" fmla="*/ 939868 w 1825371"/>
              <a:gd name="connsiteY49" fmla="*/ 883702 h 4705763"/>
              <a:gd name="connsiteX50" fmla="*/ 549783 w 1825371"/>
              <a:gd name="connsiteY50" fmla="*/ 496379 h 4705763"/>
              <a:gd name="connsiteX51" fmla="*/ 40947 w 1825371"/>
              <a:gd name="connsiteY51" fmla="*/ 48990 h 4705763"/>
              <a:gd name="connsiteX52" fmla="*/ 5735 w 1825371"/>
              <a:gd name="connsiteY52" fmla="*/ 17231 h 4705763"/>
              <a:gd name="connsiteX53" fmla="*/ 902 w 1825371"/>
              <a:gd name="connsiteY53" fmla="*/ 4114 h 4705763"/>
              <a:gd name="connsiteX54" fmla="*/ 15747 w 1825371"/>
              <a:gd name="connsiteY54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125245 w 1825371"/>
              <a:gd name="connsiteY36" fmla="*/ 1293464 h 4705763"/>
              <a:gd name="connsiteX37" fmla="*/ 1096247 w 1825371"/>
              <a:gd name="connsiteY37" fmla="*/ 1270681 h 4705763"/>
              <a:gd name="connsiteX38" fmla="*/ 984400 w 1825371"/>
              <a:gd name="connsiteY38" fmla="*/ 1242374 h 4705763"/>
              <a:gd name="connsiteX39" fmla="*/ 977149 w 1825371"/>
              <a:gd name="connsiteY39" fmla="*/ 1225458 h 4705763"/>
              <a:gd name="connsiteX40" fmla="*/ 983019 w 1825371"/>
              <a:gd name="connsiteY40" fmla="*/ 1189902 h 4705763"/>
              <a:gd name="connsiteX41" fmla="*/ 1016158 w 1825371"/>
              <a:gd name="connsiteY41" fmla="*/ 1097041 h 4705763"/>
              <a:gd name="connsiteX42" fmla="*/ 1055513 w 1825371"/>
              <a:gd name="connsiteY42" fmla="*/ 1078055 h 4705763"/>
              <a:gd name="connsiteX43" fmla="*/ 1097628 w 1825371"/>
              <a:gd name="connsiteY43" fmla="*/ 1104290 h 4705763"/>
              <a:gd name="connsiteX44" fmla="*/ 1115579 w 1825371"/>
              <a:gd name="connsiteY44" fmla="*/ 1107743 h 4705763"/>
              <a:gd name="connsiteX45" fmla="*/ 1177026 w 1825371"/>
              <a:gd name="connsiteY45" fmla="*/ 1087375 h 4705763"/>
              <a:gd name="connsiteX46" fmla="*/ 1179787 w 1825371"/>
              <a:gd name="connsiteY46" fmla="*/ 1073913 h 4705763"/>
              <a:gd name="connsiteX47" fmla="*/ 1135255 w 1825371"/>
              <a:gd name="connsiteY47" fmla="*/ 1041117 h 4705763"/>
              <a:gd name="connsiteX48" fmla="*/ 939868 w 1825371"/>
              <a:gd name="connsiteY48" fmla="*/ 883702 h 4705763"/>
              <a:gd name="connsiteX49" fmla="*/ 549783 w 1825371"/>
              <a:gd name="connsiteY49" fmla="*/ 496379 h 4705763"/>
              <a:gd name="connsiteX50" fmla="*/ 40947 w 1825371"/>
              <a:gd name="connsiteY50" fmla="*/ 48990 h 4705763"/>
              <a:gd name="connsiteX51" fmla="*/ 5735 w 1825371"/>
              <a:gd name="connsiteY51" fmla="*/ 17231 h 4705763"/>
              <a:gd name="connsiteX52" fmla="*/ 902 w 1825371"/>
              <a:gd name="connsiteY52" fmla="*/ 4114 h 4705763"/>
              <a:gd name="connsiteX53" fmla="*/ 15747 w 1825371"/>
              <a:gd name="connsiteY53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125245 w 1825371"/>
              <a:gd name="connsiteY35" fmla="*/ 1293464 h 4705763"/>
              <a:gd name="connsiteX36" fmla="*/ 1096247 w 1825371"/>
              <a:gd name="connsiteY36" fmla="*/ 1270681 h 4705763"/>
              <a:gd name="connsiteX37" fmla="*/ 984400 w 1825371"/>
              <a:gd name="connsiteY37" fmla="*/ 1242374 h 4705763"/>
              <a:gd name="connsiteX38" fmla="*/ 977149 w 1825371"/>
              <a:gd name="connsiteY38" fmla="*/ 1225458 h 4705763"/>
              <a:gd name="connsiteX39" fmla="*/ 983019 w 1825371"/>
              <a:gd name="connsiteY39" fmla="*/ 1189902 h 4705763"/>
              <a:gd name="connsiteX40" fmla="*/ 1016158 w 1825371"/>
              <a:gd name="connsiteY40" fmla="*/ 1097041 h 4705763"/>
              <a:gd name="connsiteX41" fmla="*/ 1055513 w 1825371"/>
              <a:gd name="connsiteY41" fmla="*/ 1078055 h 4705763"/>
              <a:gd name="connsiteX42" fmla="*/ 1097628 w 1825371"/>
              <a:gd name="connsiteY42" fmla="*/ 1104290 h 4705763"/>
              <a:gd name="connsiteX43" fmla="*/ 1115579 w 1825371"/>
              <a:gd name="connsiteY43" fmla="*/ 1107743 h 4705763"/>
              <a:gd name="connsiteX44" fmla="*/ 1177026 w 1825371"/>
              <a:gd name="connsiteY44" fmla="*/ 1087375 h 4705763"/>
              <a:gd name="connsiteX45" fmla="*/ 1179787 w 1825371"/>
              <a:gd name="connsiteY45" fmla="*/ 1073913 h 4705763"/>
              <a:gd name="connsiteX46" fmla="*/ 1135255 w 1825371"/>
              <a:gd name="connsiteY46" fmla="*/ 1041117 h 4705763"/>
              <a:gd name="connsiteX47" fmla="*/ 939868 w 1825371"/>
              <a:gd name="connsiteY47" fmla="*/ 883702 h 4705763"/>
              <a:gd name="connsiteX48" fmla="*/ 549783 w 1825371"/>
              <a:gd name="connsiteY48" fmla="*/ 496379 h 4705763"/>
              <a:gd name="connsiteX49" fmla="*/ 40947 w 1825371"/>
              <a:gd name="connsiteY49" fmla="*/ 48990 h 4705763"/>
              <a:gd name="connsiteX50" fmla="*/ 5735 w 1825371"/>
              <a:gd name="connsiteY50" fmla="*/ 17231 h 4705763"/>
              <a:gd name="connsiteX51" fmla="*/ 902 w 1825371"/>
              <a:gd name="connsiteY51" fmla="*/ 4114 h 4705763"/>
              <a:gd name="connsiteX52" fmla="*/ 15747 w 1825371"/>
              <a:gd name="connsiteY52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125245 w 1825371"/>
              <a:gd name="connsiteY34" fmla="*/ 1293464 h 4705763"/>
              <a:gd name="connsiteX35" fmla="*/ 1096247 w 1825371"/>
              <a:gd name="connsiteY35" fmla="*/ 1270681 h 4705763"/>
              <a:gd name="connsiteX36" fmla="*/ 984400 w 1825371"/>
              <a:gd name="connsiteY36" fmla="*/ 1242374 h 4705763"/>
              <a:gd name="connsiteX37" fmla="*/ 977149 w 1825371"/>
              <a:gd name="connsiteY37" fmla="*/ 1225458 h 4705763"/>
              <a:gd name="connsiteX38" fmla="*/ 983019 w 1825371"/>
              <a:gd name="connsiteY38" fmla="*/ 1189902 h 4705763"/>
              <a:gd name="connsiteX39" fmla="*/ 1016158 w 1825371"/>
              <a:gd name="connsiteY39" fmla="*/ 1097041 h 4705763"/>
              <a:gd name="connsiteX40" fmla="*/ 1055513 w 1825371"/>
              <a:gd name="connsiteY40" fmla="*/ 1078055 h 4705763"/>
              <a:gd name="connsiteX41" fmla="*/ 1097628 w 1825371"/>
              <a:gd name="connsiteY41" fmla="*/ 1104290 h 4705763"/>
              <a:gd name="connsiteX42" fmla="*/ 1115579 w 1825371"/>
              <a:gd name="connsiteY42" fmla="*/ 1107743 h 4705763"/>
              <a:gd name="connsiteX43" fmla="*/ 1177026 w 1825371"/>
              <a:gd name="connsiteY43" fmla="*/ 1087375 h 4705763"/>
              <a:gd name="connsiteX44" fmla="*/ 1179787 w 1825371"/>
              <a:gd name="connsiteY44" fmla="*/ 1073913 h 4705763"/>
              <a:gd name="connsiteX45" fmla="*/ 1135255 w 1825371"/>
              <a:gd name="connsiteY45" fmla="*/ 1041117 h 4705763"/>
              <a:gd name="connsiteX46" fmla="*/ 939868 w 1825371"/>
              <a:gd name="connsiteY46" fmla="*/ 883702 h 4705763"/>
              <a:gd name="connsiteX47" fmla="*/ 549783 w 1825371"/>
              <a:gd name="connsiteY47" fmla="*/ 496379 h 4705763"/>
              <a:gd name="connsiteX48" fmla="*/ 40947 w 1825371"/>
              <a:gd name="connsiteY48" fmla="*/ 48990 h 4705763"/>
              <a:gd name="connsiteX49" fmla="*/ 5735 w 1825371"/>
              <a:gd name="connsiteY49" fmla="*/ 17231 h 4705763"/>
              <a:gd name="connsiteX50" fmla="*/ 902 w 1825371"/>
              <a:gd name="connsiteY50" fmla="*/ 4114 h 4705763"/>
              <a:gd name="connsiteX51" fmla="*/ 15747 w 1825371"/>
              <a:gd name="connsiteY51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125245 w 1825371"/>
              <a:gd name="connsiteY33" fmla="*/ 1293464 h 4705763"/>
              <a:gd name="connsiteX34" fmla="*/ 1096247 w 1825371"/>
              <a:gd name="connsiteY34" fmla="*/ 1270681 h 4705763"/>
              <a:gd name="connsiteX35" fmla="*/ 984400 w 1825371"/>
              <a:gd name="connsiteY35" fmla="*/ 1242374 h 4705763"/>
              <a:gd name="connsiteX36" fmla="*/ 977149 w 1825371"/>
              <a:gd name="connsiteY36" fmla="*/ 1225458 h 4705763"/>
              <a:gd name="connsiteX37" fmla="*/ 983019 w 1825371"/>
              <a:gd name="connsiteY37" fmla="*/ 1189902 h 4705763"/>
              <a:gd name="connsiteX38" fmla="*/ 1016158 w 1825371"/>
              <a:gd name="connsiteY38" fmla="*/ 1097041 h 4705763"/>
              <a:gd name="connsiteX39" fmla="*/ 1055513 w 1825371"/>
              <a:gd name="connsiteY39" fmla="*/ 1078055 h 4705763"/>
              <a:gd name="connsiteX40" fmla="*/ 1097628 w 1825371"/>
              <a:gd name="connsiteY40" fmla="*/ 1104290 h 4705763"/>
              <a:gd name="connsiteX41" fmla="*/ 1115579 w 1825371"/>
              <a:gd name="connsiteY41" fmla="*/ 1107743 h 4705763"/>
              <a:gd name="connsiteX42" fmla="*/ 1177026 w 1825371"/>
              <a:gd name="connsiteY42" fmla="*/ 1087375 h 4705763"/>
              <a:gd name="connsiteX43" fmla="*/ 1179787 w 1825371"/>
              <a:gd name="connsiteY43" fmla="*/ 1073913 h 4705763"/>
              <a:gd name="connsiteX44" fmla="*/ 1135255 w 1825371"/>
              <a:gd name="connsiteY44" fmla="*/ 1041117 h 4705763"/>
              <a:gd name="connsiteX45" fmla="*/ 939868 w 1825371"/>
              <a:gd name="connsiteY45" fmla="*/ 883702 h 4705763"/>
              <a:gd name="connsiteX46" fmla="*/ 549783 w 1825371"/>
              <a:gd name="connsiteY46" fmla="*/ 496379 h 4705763"/>
              <a:gd name="connsiteX47" fmla="*/ 40947 w 1825371"/>
              <a:gd name="connsiteY47" fmla="*/ 48990 h 4705763"/>
              <a:gd name="connsiteX48" fmla="*/ 5735 w 1825371"/>
              <a:gd name="connsiteY48" fmla="*/ 17231 h 4705763"/>
              <a:gd name="connsiteX49" fmla="*/ 902 w 1825371"/>
              <a:gd name="connsiteY49" fmla="*/ 4114 h 4705763"/>
              <a:gd name="connsiteX50" fmla="*/ 15747 w 1825371"/>
              <a:gd name="connsiteY50" fmla="*/ 1352 h 4705763"/>
              <a:gd name="connsiteX0" fmla="*/ 15747 w 1825371"/>
              <a:gd name="connsiteY0" fmla="*/ 1352 h 4685667"/>
              <a:gd name="connsiteX1" fmla="*/ 83062 w 1825371"/>
              <a:gd name="connsiteY1" fmla="*/ 34837 h 4685667"/>
              <a:gd name="connsiteX2" fmla="*/ 961270 w 1825371"/>
              <a:gd name="connsiteY2" fmla="*/ 755975 h 4685667"/>
              <a:gd name="connsiteX3" fmla="*/ 1239162 w 1825371"/>
              <a:gd name="connsiteY3" fmla="*/ 1001764 h 4685667"/>
              <a:gd name="connsiteX4" fmla="*/ 1276445 w 1825371"/>
              <a:gd name="connsiteY4" fmla="*/ 1025928 h 4685667"/>
              <a:gd name="connsiteX5" fmla="*/ 1316489 w 1825371"/>
              <a:gd name="connsiteY5" fmla="*/ 1009704 h 4685667"/>
              <a:gd name="connsiteX6" fmla="*/ 1345141 w 1825371"/>
              <a:gd name="connsiteY6" fmla="*/ 948602 h 4685667"/>
              <a:gd name="connsiteX7" fmla="*/ 1407624 w 1825371"/>
              <a:gd name="connsiteY7" fmla="*/ 869894 h 4685667"/>
              <a:gd name="connsiteX8" fmla="*/ 1749379 w 1825371"/>
              <a:gd name="connsiteY8" fmla="*/ 590967 h 4685667"/>
              <a:gd name="connsiteX9" fmla="*/ 1808066 w 1825371"/>
              <a:gd name="connsiteY9" fmla="*/ 545399 h 4685667"/>
              <a:gd name="connsiteX10" fmla="*/ 1825326 w 1825371"/>
              <a:gd name="connsiteY10" fmla="*/ 554375 h 4685667"/>
              <a:gd name="connsiteX11" fmla="*/ 1811172 w 1825371"/>
              <a:gd name="connsiteY11" fmla="*/ 590277 h 4685667"/>
              <a:gd name="connsiteX12" fmla="*/ 1721073 w 1825371"/>
              <a:gd name="connsiteY12" fmla="*/ 698326 h 4685667"/>
              <a:gd name="connsiteX13" fmla="*/ 1385877 w 1825371"/>
              <a:gd name="connsiteY13" fmla="*/ 1068389 h 4685667"/>
              <a:gd name="connsiteX14" fmla="*/ 1376211 w 1825371"/>
              <a:gd name="connsiteY14" fmla="*/ 1098421 h 4685667"/>
              <a:gd name="connsiteX15" fmla="*/ 1361366 w 1825371"/>
              <a:gd name="connsiteY15" fmla="*/ 1135359 h 4685667"/>
              <a:gd name="connsiteX16" fmla="*/ 1355153 w 1825371"/>
              <a:gd name="connsiteY16" fmla="*/ 1169879 h 4685667"/>
              <a:gd name="connsiteX17" fmla="*/ 1409696 w 1825371"/>
              <a:gd name="connsiteY17" fmla="*/ 1384253 h 4685667"/>
              <a:gd name="connsiteX18" fmla="*/ 1524994 w 1825371"/>
              <a:gd name="connsiteY18" fmla="*/ 1739817 h 4685667"/>
              <a:gd name="connsiteX19" fmla="*/ 1659971 w 1825371"/>
              <a:gd name="connsiteY19" fmla="*/ 2199288 h 4685667"/>
              <a:gd name="connsiteX20" fmla="*/ 1782864 w 1825371"/>
              <a:gd name="connsiteY20" fmla="*/ 2697077 h 4685667"/>
              <a:gd name="connsiteX21" fmla="*/ 1794257 w 1825371"/>
              <a:gd name="connsiteY21" fmla="*/ 2767845 h 4685667"/>
              <a:gd name="connsiteX22" fmla="*/ 1791840 w 1825371"/>
              <a:gd name="connsiteY22" fmla="*/ 2778202 h 4685667"/>
              <a:gd name="connsiteX23" fmla="*/ 1784245 w 1825371"/>
              <a:gd name="connsiteY23" fmla="*/ 2770607 h 4685667"/>
              <a:gd name="connsiteX24" fmla="*/ 1746617 w 1825371"/>
              <a:gd name="connsiteY24" fmla="*/ 2660831 h 4685667"/>
              <a:gd name="connsiteX25" fmla="*/ 1513602 w 1825371"/>
              <a:gd name="connsiteY25" fmla="*/ 1875484 h 4685667"/>
              <a:gd name="connsiteX26" fmla="*/ 1297158 w 1825371"/>
              <a:gd name="connsiteY26" fmla="*/ 1267919 h 4685667"/>
              <a:gd name="connsiteX27" fmla="*/ 1275064 w 1825371"/>
              <a:gd name="connsiteY27" fmla="*/ 1217173 h 4685667"/>
              <a:gd name="connsiteX28" fmla="*/ 1248483 w 1825371"/>
              <a:gd name="connsiteY28" fmla="*/ 1193353 h 4685667"/>
              <a:gd name="connsiteX29" fmla="*/ 1232949 w 1825371"/>
              <a:gd name="connsiteY29" fmla="*/ 1222351 h 4685667"/>
              <a:gd name="connsiteX30" fmla="*/ 1230877 w 1825371"/>
              <a:gd name="connsiteY30" fmla="*/ 1283108 h 4685667"/>
              <a:gd name="connsiteX31" fmla="*/ 1297493 w 1825371"/>
              <a:gd name="connsiteY31" fmla="*/ 4685667 h 4685667"/>
              <a:gd name="connsiteX32" fmla="*/ 978613 w 1825371"/>
              <a:gd name="connsiteY32" fmla="*/ 4685667 h 4685667"/>
              <a:gd name="connsiteX33" fmla="*/ 1125245 w 1825371"/>
              <a:gd name="connsiteY33" fmla="*/ 1293464 h 4685667"/>
              <a:gd name="connsiteX34" fmla="*/ 1096247 w 1825371"/>
              <a:gd name="connsiteY34" fmla="*/ 1270681 h 4685667"/>
              <a:gd name="connsiteX35" fmla="*/ 984400 w 1825371"/>
              <a:gd name="connsiteY35" fmla="*/ 1242374 h 4685667"/>
              <a:gd name="connsiteX36" fmla="*/ 977149 w 1825371"/>
              <a:gd name="connsiteY36" fmla="*/ 1225458 h 4685667"/>
              <a:gd name="connsiteX37" fmla="*/ 983019 w 1825371"/>
              <a:gd name="connsiteY37" fmla="*/ 1189902 h 4685667"/>
              <a:gd name="connsiteX38" fmla="*/ 1016158 w 1825371"/>
              <a:gd name="connsiteY38" fmla="*/ 1097041 h 4685667"/>
              <a:gd name="connsiteX39" fmla="*/ 1055513 w 1825371"/>
              <a:gd name="connsiteY39" fmla="*/ 1078055 h 4685667"/>
              <a:gd name="connsiteX40" fmla="*/ 1097628 w 1825371"/>
              <a:gd name="connsiteY40" fmla="*/ 1104290 h 4685667"/>
              <a:gd name="connsiteX41" fmla="*/ 1115579 w 1825371"/>
              <a:gd name="connsiteY41" fmla="*/ 1107743 h 4685667"/>
              <a:gd name="connsiteX42" fmla="*/ 1177026 w 1825371"/>
              <a:gd name="connsiteY42" fmla="*/ 1087375 h 4685667"/>
              <a:gd name="connsiteX43" fmla="*/ 1179787 w 1825371"/>
              <a:gd name="connsiteY43" fmla="*/ 1073913 h 4685667"/>
              <a:gd name="connsiteX44" fmla="*/ 1135255 w 1825371"/>
              <a:gd name="connsiteY44" fmla="*/ 1041117 h 4685667"/>
              <a:gd name="connsiteX45" fmla="*/ 939868 w 1825371"/>
              <a:gd name="connsiteY45" fmla="*/ 883702 h 4685667"/>
              <a:gd name="connsiteX46" fmla="*/ 549783 w 1825371"/>
              <a:gd name="connsiteY46" fmla="*/ 496379 h 4685667"/>
              <a:gd name="connsiteX47" fmla="*/ 40947 w 1825371"/>
              <a:gd name="connsiteY47" fmla="*/ 48990 h 4685667"/>
              <a:gd name="connsiteX48" fmla="*/ 5735 w 1825371"/>
              <a:gd name="connsiteY48" fmla="*/ 17231 h 4685667"/>
              <a:gd name="connsiteX49" fmla="*/ 902 w 1825371"/>
              <a:gd name="connsiteY49" fmla="*/ 4114 h 4685667"/>
              <a:gd name="connsiteX50" fmla="*/ 15747 w 1825371"/>
              <a:gd name="connsiteY50" fmla="*/ 1352 h 4685667"/>
              <a:gd name="connsiteX0" fmla="*/ 15747 w 1825371"/>
              <a:gd name="connsiteY0" fmla="*/ 1352 h 4685667"/>
              <a:gd name="connsiteX1" fmla="*/ 83062 w 1825371"/>
              <a:gd name="connsiteY1" fmla="*/ 34837 h 4685667"/>
              <a:gd name="connsiteX2" fmla="*/ 961270 w 1825371"/>
              <a:gd name="connsiteY2" fmla="*/ 755975 h 4685667"/>
              <a:gd name="connsiteX3" fmla="*/ 1239162 w 1825371"/>
              <a:gd name="connsiteY3" fmla="*/ 1001764 h 4685667"/>
              <a:gd name="connsiteX4" fmla="*/ 1276445 w 1825371"/>
              <a:gd name="connsiteY4" fmla="*/ 1025928 h 4685667"/>
              <a:gd name="connsiteX5" fmla="*/ 1316489 w 1825371"/>
              <a:gd name="connsiteY5" fmla="*/ 1009704 h 4685667"/>
              <a:gd name="connsiteX6" fmla="*/ 1345141 w 1825371"/>
              <a:gd name="connsiteY6" fmla="*/ 948602 h 4685667"/>
              <a:gd name="connsiteX7" fmla="*/ 1407624 w 1825371"/>
              <a:gd name="connsiteY7" fmla="*/ 869894 h 4685667"/>
              <a:gd name="connsiteX8" fmla="*/ 1749379 w 1825371"/>
              <a:gd name="connsiteY8" fmla="*/ 590967 h 4685667"/>
              <a:gd name="connsiteX9" fmla="*/ 1808066 w 1825371"/>
              <a:gd name="connsiteY9" fmla="*/ 545399 h 4685667"/>
              <a:gd name="connsiteX10" fmla="*/ 1825326 w 1825371"/>
              <a:gd name="connsiteY10" fmla="*/ 554375 h 4685667"/>
              <a:gd name="connsiteX11" fmla="*/ 1811172 w 1825371"/>
              <a:gd name="connsiteY11" fmla="*/ 590277 h 4685667"/>
              <a:gd name="connsiteX12" fmla="*/ 1721073 w 1825371"/>
              <a:gd name="connsiteY12" fmla="*/ 698326 h 4685667"/>
              <a:gd name="connsiteX13" fmla="*/ 1385877 w 1825371"/>
              <a:gd name="connsiteY13" fmla="*/ 1068389 h 4685667"/>
              <a:gd name="connsiteX14" fmla="*/ 1376211 w 1825371"/>
              <a:gd name="connsiteY14" fmla="*/ 1098421 h 4685667"/>
              <a:gd name="connsiteX15" fmla="*/ 1361366 w 1825371"/>
              <a:gd name="connsiteY15" fmla="*/ 1135359 h 4685667"/>
              <a:gd name="connsiteX16" fmla="*/ 1355153 w 1825371"/>
              <a:gd name="connsiteY16" fmla="*/ 1169879 h 4685667"/>
              <a:gd name="connsiteX17" fmla="*/ 1409696 w 1825371"/>
              <a:gd name="connsiteY17" fmla="*/ 1384253 h 4685667"/>
              <a:gd name="connsiteX18" fmla="*/ 1524994 w 1825371"/>
              <a:gd name="connsiteY18" fmla="*/ 1739817 h 4685667"/>
              <a:gd name="connsiteX19" fmla="*/ 1659971 w 1825371"/>
              <a:gd name="connsiteY19" fmla="*/ 2199288 h 4685667"/>
              <a:gd name="connsiteX20" fmla="*/ 1782864 w 1825371"/>
              <a:gd name="connsiteY20" fmla="*/ 2697077 h 4685667"/>
              <a:gd name="connsiteX21" fmla="*/ 1794257 w 1825371"/>
              <a:gd name="connsiteY21" fmla="*/ 2767845 h 4685667"/>
              <a:gd name="connsiteX22" fmla="*/ 1791840 w 1825371"/>
              <a:gd name="connsiteY22" fmla="*/ 2778202 h 4685667"/>
              <a:gd name="connsiteX23" fmla="*/ 1784245 w 1825371"/>
              <a:gd name="connsiteY23" fmla="*/ 2770607 h 4685667"/>
              <a:gd name="connsiteX24" fmla="*/ 1746617 w 1825371"/>
              <a:gd name="connsiteY24" fmla="*/ 2660831 h 4685667"/>
              <a:gd name="connsiteX25" fmla="*/ 1513602 w 1825371"/>
              <a:gd name="connsiteY25" fmla="*/ 1875484 h 4685667"/>
              <a:gd name="connsiteX26" fmla="*/ 1297158 w 1825371"/>
              <a:gd name="connsiteY26" fmla="*/ 1267919 h 4685667"/>
              <a:gd name="connsiteX27" fmla="*/ 1275064 w 1825371"/>
              <a:gd name="connsiteY27" fmla="*/ 1217173 h 4685667"/>
              <a:gd name="connsiteX28" fmla="*/ 1248483 w 1825371"/>
              <a:gd name="connsiteY28" fmla="*/ 1193353 h 4685667"/>
              <a:gd name="connsiteX29" fmla="*/ 1232949 w 1825371"/>
              <a:gd name="connsiteY29" fmla="*/ 1222351 h 4685667"/>
              <a:gd name="connsiteX30" fmla="*/ 1230877 w 1825371"/>
              <a:gd name="connsiteY30" fmla="*/ 1283108 h 4685667"/>
              <a:gd name="connsiteX31" fmla="*/ 1217106 w 1825371"/>
              <a:gd name="connsiteY31" fmla="*/ 4685667 h 4685667"/>
              <a:gd name="connsiteX32" fmla="*/ 978613 w 1825371"/>
              <a:gd name="connsiteY32" fmla="*/ 4685667 h 4685667"/>
              <a:gd name="connsiteX33" fmla="*/ 1125245 w 1825371"/>
              <a:gd name="connsiteY33" fmla="*/ 1293464 h 4685667"/>
              <a:gd name="connsiteX34" fmla="*/ 1096247 w 1825371"/>
              <a:gd name="connsiteY34" fmla="*/ 1270681 h 4685667"/>
              <a:gd name="connsiteX35" fmla="*/ 984400 w 1825371"/>
              <a:gd name="connsiteY35" fmla="*/ 1242374 h 4685667"/>
              <a:gd name="connsiteX36" fmla="*/ 977149 w 1825371"/>
              <a:gd name="connsiteY36" fmla="*/ 1225458 h 4685667"/>
              <a:gd name="connsiteX37" fmla="*/ 983019 w 1825371"/>
              <a:gd name="connsiteY37" fmla="*/ 1189902 h 4685667"/>
              <a:gd name="connsiteX38" fmla="*/ 1016158 w 1825371"/>
              <a:gd name="connsiteY38" fmla="*/ 1097041 h 4685667"/>
              <a:gd name="connsiteX39" fmla="*/ 1055513 w 1825371"/>
              <a:gd name="connsiteY39" fmla="*/ 1078055 h 4685667"/>
              <a:gd name="connsiteX40" fmla="*/ 1097628 w 1825371"/>
              <a:gd name="connsiteY40" fmla="*/ 1104290 h 4685667"/>
              <a:gd name="connsiteX41" fmla="*/ 1115579 w 1825371"/>
              <a:gd name="connsiteY41" fmla="*/ 1107743 h 4685667"/>
              <a:gd name="connsiteX42" fmla="*/ 1177026 w 1825371"/>
              <a:gd name="connsiteY42" fmla="*/ 1087375 h 4685667"/>
              <a:gd name="connsiteX43" fmla="*/ 1179787 w 1825371"/>
              <a:gd name="connsiteY43" fmla="*/ 1073913 h 4685667"/>
              <a:gd name="connsiteX44" fmla="*/ 1135255 w 1825371"/>
              <a:gd name="connsiteY44" fmla="*/ 1041117 h 4685667"/>
              <a:gd name="connsiteX45" fmla="*/ 939868 w 1825371"/>
              <a:gd name="connsiteY45" fmla="*/ 883702 h 4685667"/>
              <a:gd name="connsiteX46" fmla="*/ 549783 w 1825371"/>
              <a:gd name="connsiteY46" fmla="*/ 496379 h 4685667"/>
              <a:gd name="connsiteX47" fmla="*/ 40947 w 1825371"/>
              <a:gd name="connsiteY47" fmla="*/ 48990 h 4685667"/>
              <a:gd name="connsiteX48" fmla="*/ 5735 w 1825371"/>
              <a:gd name="connsiteY48" fmla="*/ 17231 h 4685667"/>
              <a:gd name="connsiteX49" fmla="*/ 902 w 1825371"/>
              <a:gd name="connsiteY49" fmla="*/ 4114 h 4685667"/>
              <a:gd name="connsiteX50" fmla="*/ 15747 w 1825371"/>
              <a:gd name="connsiteY50" fmla="*/ 1352 h 4685667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78613 w 1825371"/>
              <a:gd name="connsiteY32" fmla="*/ 4685667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98710 w 1825371"/>
              <a:gd name="connsiteY32" fmla="*/ 4695715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98710 w 1825371"/>
              <a:gd name="connsiteY32" fmla="*/ 4695715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825371" h="4705764">
                <a:moveTo>
                  <a:pt x="15747" y="1352"/>
                </a:moveTo>
                <a:cubicBezTo>
                  <a:pt x="40601" y="7565"/>
                  <a:pt x="63040" y="19648"/>
                  <a:pt x="83062" y="34837"/>
                </a:cubicBezTo>
                <a:cubicBezTo>
                  <a:pt x="383392" y="265435"/>
                  <a:pt x="679236" y="502594"/>
                  <a:pt x="961270" y="755975"/>
                </a:cubicBezTo>
                <a:cubicBezTo>
                  <a:pt x="1053096" y="838826"/>
                  <a:pt x="1146302" y="919949"/>
                  <a:pt x="1239162" y="1001764"/>
                </a:cubicBezTo>
                <a:cubicBezTo>
                  <a:pt x="1250209" y="1011775"/>
                  <a:pt x="1262636" y="1020060"/>
                  <a:pt x="1276445" y="1025928"/>
                </a:cubicBezTo>
                <a:cubicBezTo>
                  <a:pt x="1296466" y="1034213"/>
                  <a:pt x="1308204" y="1030070"/>
                  <a:pt x="1316489" y="1009704"/>
                </a:cubicBezTo>
                <a:cubicBezTo>
                  <a:pt x="1325119" y="988991"/>
                  <a:pt x="1335821" y="968968"/>
                  <a:pt x="1345141" y="948602"/>
                </a:cubicBezTo>
                <a:cubicBezTo>
                  <a:pt x="1359640" y="917188"/>
                  <a:pt x="1382079" y="892679"/>
                  <a:pt x="1407624" y="869894"/>
                </a:cubicBezTo>
                <a:cubicBezTo>
                  <a:pt x="1517055" y="771511"/>
                  <a:pt x="1634081" y="682447"/>
                  <a:pt x="1749379" y="590967"/>
                </a:cubicBezTo>
                <a:cubicBezTo>
                  <a:pt x="1768711" y="575432"/>
                  <a:pt x="1788043" y="559898"/>
                  <a:pt x="1808066" y="545399"/>
                </a:cubicBezTo>
                <a:cubicBezTo>
                  <a:pt x="1819802" y="536769"/>
                  <a:pt x="1824634" y="539875"/>
                  <a:pt x="1825326" y="554375"/>
                </a:cubicBezTo>
                <a:cubicBezTo>
                  <a:pt x="1826015" y="568528"/>
                  <a:pt x="1818766" y="579575"/>
                  <a:pt x="1811172" y="590277"/>
                </a:cubicBezTo>
                <a:cubicBezTo>
                  <a:pt x="1783900" y="628594"/>
                  <a:pt x="1751451" y="662770"/>
                  <a:pt x="1721073" y="698326"/>
                </a:cubicBezTo>
                <a:cubicBezTo>
                  <a:pt x="1613023" y="825017"/>
                  <a:pt x="1503592" y="950328"/>
                  <a:pt x="1385877" y="1068389"/>
                </a:cubicBezTo>
                <a:cubicBezTo>
                  <a:pt x="1376900" y="1077364"/>
                  <a:pt x="1378626" y="1088411"/>
                  <a:pt x="1376211" y="1098421"/>
                </a:cubicBezTo>
                <a:cubicBezTo>
                  <a:pt x="1373449" y="1111885"/>
                  <a:pt x="1370342" y="1124658"/>
                  <a:pt x="1361366" y="1135359"/>
                </a:cubicBezTo>
                <a:cubicBezTo>
                  <a:pt x="1352736" y="1145370"/>
                  <a:pt x="1352736" y="1157798"/>
                  <a:pt x="1355153" y="1169879"/>
                </a:cubicBezTo>
                <a:cubicBezTo>
                  <a:pt x="1369651" y="1242374"/>
                  <a:pt x="1391054" y="1312796"/>
                  <a:pt x="1409696" y="1384253"/>
                </a:cubicBezTo>
                <a:cubicBezTo>
                  <a:pt x="1440764" y="1505076"/>
                  <a:pt x="1484260" y="1622102"/>
                  <a:pt x="1524994" y="1739817"/>
                </a:cubicBezTo>
                <a:cubicBezTo>
                  <a:pt x="1577466" y="1890674"/>
                  <a:pt x="1615785" y="2046016"/>
                  <a:pt x="1659971" y="2199288"/>
                </a:cubicBezTo>
                <a:cubicBezTo>
                  <a:pt x="1707264" y="2363607"/>
                  <a:pt x="1746273" y="2529998"/>
                  <a:pt x="1782864" y="2697077"/>
                </a:cubicBezTo>
                <a:cubicBezTo>
                  <a:pt x="1788043" y="2720207"/>
                  <a:pt x="1790460" y="2744026"/>
                  <a:pt x="1794257" y="2767845"/>
                </a:cubicBezTo>
                <a:cubicBezTo>
                  <a:pt x="1794947" y="2771643"/>
                  <a:pt x="1797364" y="2776822"/>
                  <a:pt x="1791840" y="2778202"/>
                </a:cubicBezTo>
                <a:cubicBezTo>
                  <a:pt x="1786662" y="2779583"/>
                  <a:pt x="1785626" y="2774405"/>
                  <a:pt x="1784245" y="2770607"/>
                </a:cubicBezTo>
                <a:cubicBezTo>
                  <a:pt x="1770437" y="2734360"/>
                  <a:pt x="1756975" y="2698113"/>
                  <a:pt x="1746617" y="2660831"/>
                </a:cubicBezTo>
                <a:cubicBezTo>
                  <a:pt x="1673779" y="2397784"/>
                  <a:pt x="1595762" y="2136116"/>
                  <a:pt x="1513602" y="1875484"/>
                </a:cubicBezTo>
                <a:cubicBezTo>
                  <a:pt x="1448704" y="1670431"/>
                  <a:pt x="1380007" y="1466759"/>
                  <a:pt x="1297158" y="1267919"/>
                </a:cubicBezTo>
                <a:cubicBezTo>
                  <a:pt x="1289909" y="1251004"/>
                  <a:pt x="1282659" y="1234089"/>
                  <a:pt x="1275064" y="1217173"/>
                </a:cubicBezTo>
                <a:cubicBezTo>
                  <a:pt x="1269541" y="1205436"/>
                  <a:pt x="1260911" y="1191628"/>
                  <a:pt x="1248483" y="1193353"/>
                </a:cubicBezTo>
                <a:cubicBezTo>
                  <a:pt x="1238128" y="1194734"/>
                  <a:pt x="1235711" y="1211649"/>
                  <a:pt x="1232949" y="1222351"/>
                </a:cubicBezTo>
                <a:cubicBezTo>
                  <a:pt x="1228115" y="1242374"/>
                  <a:pt x="1229843" y="1262740"/>
                  <a:pt x="1230877" y="1283108"/>
                </a:cubicBezTo>
                <a:cubicBezTo>
                  <a:pt x="1226287" y="2417294"/>
                  <a:pt x="1231744" y="3571578"/>
                  <a:pt x="1227154" y="4705764"/>
                </a:cubicBezTo>
                <a:lnTo>
                  <a:pt x="998710" y="4695715"/>
                </a:lnTo>
                <a:cubicBezTo>
                  <a:pt x="1020244" y="4110251"/>
                  <a:pt x="1098940" y="1865978"/>
                  <a:pt x="1125245" y="1293464"/>
                </a:cubicBezTo>
                <a:cubicBezTo>
                  <a:pt x="1126970" y="1262740"/>
                  <a:pt x="1124553" y="1258943"/>
                  <a:pt x="1096247" y="1270681"/>
                </a:cubicBezTo>
                <a:cubicBezTo>
                  <a:pt x="1050679" y="1289666"/>
                  <a:pt x="1018575" y="1263776"/>
                  <a:pt x="984400" y="1242374"/>
                </a:cubicBezTo>
                <a:cubicBezTo>
                  <a:pt x="979221" y="1238921"/>
                  <a:pt x="977841" y="1232017"/>
                  <a:pt x="977149" y="1225458"/>
                </a:cubicBezTo>
                <a:cubicBezTo>
                  <a:pt x="976115" y="1213030"/>
                  <a:pt x="978530" y="1200949"/>
                  <a:pt x="983019" y="1189902"/>
                </a:cubicBezTo>
                <a:cubicBezTo>
                  <a:pt x="995792" y="1159523"/>
                  <a:pt x="1005457" y="1128109"/>
                  <a:pt x="1016158" y="1097041"/>
                </a:cubicBezTo>
                <a:cubicBezTo>
                  <a:pt x="1022717" y="1078055"/>
                  <a:pt x="1036181" y="1071841"/>
                  <a:pt x="1055513" y="1078055"/>
                </a:cubicBezTo>
                <a:cubicBezTo>
                  <a:pt x="1071737" y="1082887"/>
                  <a:pt x="1084855" y="1093934"/>
                  <a:pt x="1097628" y="1104290"/>
                </a:cubicBezTo>
                <a:cubicBezTo>
                  <a:pt x="1103496" y="1108779"/>
                  <a:pt x="1107983" y="1110504"/>
                  <a:pt x="1115579" y="1107743"/>
                </a:cubicBezTo>
                <a:cubicBezTo>
                  <a:pt x="1135945" y="1100147"/>
                  <a:pt x="1156313" y="1093589"/>
                  <a:pt x="1177026" y="1087375"/>
                </a:cubicBezTo>
                <a:cubicBezTo>
                  <a:pt x="1187726" y="1084268"/>
                  <a:pt x="1185655" y="1080126"/>
                  <a:pt x="1179787" y="1073913"/>
                </a:cubicBezTo>
                <a:cubicBezTo>
                  <a:pt x="1166668" y="1060449"/>
                  <a:pt x="1151134" y="1050438"/>
                  <a:pt x="1135255" y="1041117"/>
                </a:cubicBezTo>
                <a:cubicBezTo>
                  <a:pt x="1062417" y="998311"/>
                  <a:pt x="998207" y="944460"/>
                  <a:pt x="939868" y="883702"/>
                </a:cubicBezTo>
                <a:cubicBezTo>
                  <a:pt x="813177" y="751488"/>
                  <a:pt x="683379" y="622035"/>
                  <a:pt x="549783" y="496379"/>
                </a:cubicBezTo>
                <a:cubicBezTo>
                  <a:pt x="385809" y="341382"/>
                  <a:pt x="211479" y="197084"/>
                  <a:pt x="40947" y="48990"/>
                </a:cubicBezTo>
                <a:cubicBezTo>
                  <a:pt x="28864" y="38635"/>
                  <a:pt x="17472" y="27933"/>
                  <a:pt x="5735" y="17231"/>
                </a:cubicBezTo>
                <a:cubicBezTo>
                  <a:pt x="2283" y="13780"/>
                  <a:pt x="-1859" y="9292"/>
                  <a:pt x="902" y="4114"/>
                </a:cubicBezTo>
                <a:cubicBezTo>
                  <a:pt x="4009" y="-1755"/>
                  <a:pt x="10568" y="-29"/>
                  <a:pt x="15747" y="1352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226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FCEF7E4-8494-44BA-9495-9F967125937F}"/>
              </a:ext>
            </a:extLst>
          </p:cNvPr>
          <p:cNvSpPr/>
          <p:nvPr/>
        </p:nvSpPr>
        <p:spPr>
          <a:xfrm>
            <a:off x="67749" y="4642338"/>
            <a:ext cx="874123" cy="2253468"/>
          </a:xfrm>
          <a:custGeom>
            <a:avLst/>
            <a:gdLst>
              <a:gd name="connsiteX0" fmla="*/ 15747 w 1825371"/>
              <a:gd name="connsiteY0" fmla="*/ 1352 h 3047785"/>
              <a:gd name="connsiteX1" fmla="*/ 83062 w 1825371"/>
              <a:gd name="connsiteY1" fmla="*/ 34837 h 3047785"/>
              <a:gd name="connsiteX2" fmla="*/ 961270 w 1825371"/>
              <a:gd name="connsiteY2" fmla="*/ 755975 h 3047785"/>
              <a:gd name="connsiteX3" fmla="*/ 1239162 w 1825371"/>
              <a:gd name="connsiteY3" fmla="*/ 1001764 h 3047785"/>
              <a:gd name="connsiteX4" fmla="*/ 1276445 w 1825371"/>
              <a:gd name="connsiteY4" fmla="*/ 1025928 h 3047785"/>
              <a:gd name="connsiteX5" fmla="*/ 1316489 w 1825371"/>
              <a:gd name="connsiteY5" fmla="*/ 1009704 h 3047785"/>
              <a:gd name="connsiteX6" fmla="*/ 1345141 w 1825371"/>
              <a:gd name="connsiteY6" fmla="*/ 948602 h 3047785"/>
              <a:gd name="connsiteX7" fmla="*/ 1407624 w 1825371"/>
              <a:gd name="connsiteY7" fmla="*/ 869894 h 3047785"/>
              <a:gd name="connsiteX8" fmla="*/ 1749379 w 1825371"/>
              <a:gd name="connsiteY8" fmla="*/ 590967 h 3047785"/>
              <a:gd name="connsiteX9" fmla="*/ 1808066 w 1825371"/>
              <a:gd name="connsiteY9" fmla="*/ 545399 h 3047785"/>
              <a:gd name="connsiteX10" fmla="*/ 1825326 w 1825371"/>
              <a:gd name="connsiteY10" fmla="*/ 554375 h 3047785"/>
              <a:gd name="connsiteX11" fmla="*/ 1811172 w 1825371"/>
              <a:gd name="connsiteY11" fmla="*/ 590277 h 3047785"/>
              <a:gd name="connsiteX12" fmla="*/ 1721073 w 1825371"/>
              <a:gd name="connsiteY12" fmla="*/ 698326 h 3047785"/>
              <a:gd name="connsiteX13" fmla="*/ 1385877 w 1825371"/>
              <a:gd name="connsiteY13" fmla="*/ 1068389 h 3047785"/>
              <a:gd name="connsiteX14" fmla="*/ 1376211 w 1825371"/>
              <a:gd name="connsiteY14" fmla="*/ 1098421 h 3047785"/>
              <a:gd name="connsiteX15" fmla="*/ 1361366 w 1825371"/>
              <a:gd name="connsiteY15" fmla="*/ 1135359 h 3047785"/>
              <a:gd name="connsiteX16" fmla="*/ 1355153 w 1825371"/>
              <a:gd name="connsiteY16" fmla="*/ 1169879 h 3047785"/>
              <a:gd name="connsiteX17" fmla="*/ 1409696 w 1825371"/>
              <a:gd name="connsiteY17" fmla="*/ 1384253 h 3047785"/>
              <a:gd name="connsiteX18" fmla="*/ 1524994 w 1825371"/>
              <a:gd name="connsiteY18" fmla="*/ 1739817 h 3047785"/>
              <a:gd name="connsiteX19" fmla="*/ 1659971 w 1825371"/>
              <a:gd name="connsiteY19" fmla="*/ 2199288 h 3047785"/>
              <a:gd name="connsiteX20" fmla="*/ 1782864 w 1825371"/>
              <a:gd name="connsiteY20" fmla="*/ 2697077 h 3047785"/>
              <a:gd name="connsiteX21" fmla="*/ 1794257 w 1825371"/>
              <a:gd name="connsiteY21" fmla="*/ 2767845 h 3047785"/>
              <a:gd name="connsiteX22" fmla="*/ 1791840 w 1825371"/>
              <a:gd name="connsiteY22" fmla="*/ 2778202 h 3047785"/>
              <a:gd name="connsiteX23" fmla="*/ 1784245 w 1825371"/>
              <a:gd name="connsiteY23" fmla="*/ 2770607 h 3047785"/>
              <a:gd name="connsiteX24" fmla="*/ 1746617 w 1825371"/>
              <a:gd name="connsiteY24" fmla="*/ 2660831 h 3047785"/>
              <a:gd name="connsiteX25" fmla="*/ 1513602 w 1825371"/>
              <a:gd name="connsiteY25" fmla="*/ 1875484 h 3047785"/>
              <a:gd name="connsiteX26" fmla="*/ 1297158 w 1825371"/>
              <a:gd name="connsiteY26" fmla="*/ 1267919 h 3047785"/>
              <a:gd name="connsiteX27" fmla="*/ 1275064 w 1825371"/>
              <a:gd name="connsiteY27" fmla="*/ 1217173 h 3047785"/>
              <a:gd name="connsiteX28" fmla="*/ 1248483 w 1825371"/>
              <a:gd name="connsiteY28" fmla="*/ 1193353 h 3047785"/>
              <a:gd name="connsiteX29" fmla="*/ 1232949 w 1825371"/>
              <a:gd name="connsiteY29" fmla="*/ 1222351 h 3047785"/>
              <a:gd name="connsiteX30" fmla="*/ 1230877 w 1825371"/>
              <a:gd name="connsiteY30" fmla="*/ 1283108 h 3047785"/>
              <a:gd name="connsiteX31" fmla="*/ 1243305 w 1825371"/>
              <a:gd name="connsiteY31" fmla="*/ 1522336 h 3047785"/>
              <a:gd name="connsiteX32" fmla="*/ 1261256 w 1825371"/>
              <a:gd name="connsiteY32" fmla="*/ 1854772 h 3047785"/>
              <a:gd name="connsiteX33" fmla="*/ 1272647 w 1825371"/>
              <a:gd name="connsiteY33" fmla="*/ 2086061 h 3047785"/>
              <a:gd name="connsiteX34" fmla="*/ 1288528 w 1825371"/>
              <a:gd name="connsiteY34" fmla="*/ 2674639 h 3047785"/>
              <a:gd name="connsiteX35" fmla="*/ 1297493 w 1825371"/>
              <a:gd name="connsiteY35" fmla="*/ 3047785 h 3047785"/>
              <a:gd name="connsiteX36" fmla="*/ 1048951 w 1825371"/>
              <a:gd name="connsiteY36" fmla="*/ 3047785 h 3047785"/>
              <a:gd name="connsiteX37" fmla="*/ 1053441 w 1825371"/>
              <a:gd name="connsiteY37" fmla="*/ 2920082 h 3047785"/>
              <a:gd name="connsiteX38" fmla="*/ 1066213 w 1825371"/>
              <a:gd name="connsiteY38" fmla="*/ 2573839 h 3047785"/>
              <a:gd name="connsiteX39" fmla="*/ 1077951 w 1825371"/>
              <a:gd name="connsiteY39" fmla="*/ 2236916 h 3047785"/>
              <a:gd name="connsiteX40" fmla="*/ 1093485 w 1825371"/>
              <a:gd name="connsiteY40" fmla="*/ 1882733 h 3047785"/>
              <a:gd name="connsiteX41" fmla="*/ 1107983 w 1825371"/>
              <a:gd name="connsiteY41" fmla="*/ 1608293 h 3047785"/>
              <a:gd name="connsiteX42" fmla="*/ 1125245 w 1825371"/>
              <a:gd name="connsiteY42" fmla="*/ 1293464 h 3047785"/>
              <a:gd name="connsiteX43" fmla="*/ 1096247 w 1825371"/>
              <a:gd name="connsiteY43" fmla="*/ 1270681 h 3047785"/>
              <a:gd name="connsiteX44" fmla="*/ 984400 w 1825371"/>
              <a:gd name="connsiteY44" fmla="*/ 1242374 h 3047785"/>
              <a:gd name="connsiteX45" fmla="*/ 977149 w 1825371"/>
              <a:gd name="connsiteY45" fmla="*/ 1225458 h 3047785"/>
              <a:gd name="connsiteX46" fmla="*/ 983019 w 1825371"/>
              <a:gd name="connsiteY46" fmla="*/ 1189902 h 3047785"/>
              <a:gd name="connsiteX47" fmla="*/ 1016158 w 1825371"/>
              <a:gd name="connsiteY47" fmla="*/ 1097041 h 3047785"/>
              <a:gd name="connsiteX48" fmla="*/ 1055513 w 1825371"/>
              <a:gd name="connsiteY48" fmla="*/ 1078055 h 3047785"/>
              <a:gd name="connsiteX49" fmla="*/ 1097628 w 1825371"/>
              <a:gd name="connsiteY49" fmla="*/ 1104290 h 3047785"/>
              <a:gd name="connsiteX50" fmla="*/ 1115579 w 1825371"/>
              <a:gd name="connsiteY50" fmla="*/ 1107743 h 3047785"/>
              <a:gd name="connsiteX51" fmla="*/ 1177026 w 1825371"/>
              <a:gd name="connsiteY51" fmla="*/ 1087375 h 3047785"/>
              <a:gd name="connsiteX52" fmla="*/ 1179787 w 1825371"/>
              <a:gd name="connsiteY52" fmla="*/ 1073913 h 3047785"/>
              <a:gd name="connsiteX53" fmla="*/ 1135255 w 1825371"/>
              <a:gd name="connsiteY53" fmla="*/ 1041117 h 3047785"/>
              <a:gd name="connsiteX54" fmla="*/ 939868 w 1825371"/>
              <a:gd name="connsiteY54" fmla="*/ 883702 h 3047785"/>
              <a:gd name="connsiteX55" fmla="*/ 549783 w 1825371"/>
              <a:gd name="connsiteY55" fmla="*/ 496379 h 3047785"/>
              <a:gd name="connsiteX56" fmla="*/ 40947 w 1825371"/>
              <a:gd name="connsiteY56" fmla="*/ 48990 h 3047785"/>
              <a:gd name="connsiteX57" fmla="*/ 5735 w 1825371"/>
              <a:gd name="connsiteY57" fmla="*/ 17231 h 3047785"/>
              <a:gd name="connsiteX58" fmla="*/ 902 w 1825371"/>
              <a:gd name="connsiteY58" fmla="*/ 4114 h 3047785"/>
              <a:gd name="connsiteX59" fmla="*/ 15747 w 1825371"/>
              <a:gd name="connsiteY59" fmla="*/ 1352 h 3047785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88528 w 1825371"/>
              <a:gd name="connsiteY34" fmla="*/ 2674639 h 4705763"/>
              <a:gd name="connsiteX35" fmla="*/ 1297493 w 1825371"/>
              <a:gd name="connsiteY35" fmla="*/ 3047785 h 4705763"/>
              <a:gd name="connsiteX36" fmla="*/ 938419 w 1825371"/>
              <a:gd name="connsiteY36" fmla="*/ 4705763 h 4705763"/>
              <a:gd name="connsiteX37" fmla="*/ 1053441 w 1825371"/>
              <a:gd name="connsiteY37" fmla="*/ 2920082 h 4705763"/>
              <a:gd name="connsiteX38" fmla="*/ 1066213 w 1825371"/>
              <a:gd name="connsiteY38" fmla="*/ 2573839 h 4705763"/>
              <a:gd name="connsiteX39" fmla="*/ 1077951 w 1825371"/>
              <a:gd name="connsiteY39" fmla="*/ 2236916 h 4705763"/>
              <a:gd name="connsiteX40" fmla="*/ 1093485 w 1825371"/>
              <a:gd name="connsiteY40" fmla="*/ 1882733 h 4705763"/>
              <a:gd name="connsiteX41" fmla="*/ 1107983 w 1825371"/>
              <a:gd name="connsiteY41" fmla="*/ 1608293 h 4705763"/>
              <a:gd name="connsiteX42" fmla="*/ 1125245 w 1825371"/>
              <a:gd name="connsiteY42" fmla="*/ 1293464 h 4705763"/>
              <a:gd name="connsiteX43" fmla="*/ 1096247 w 1825371"/>
              <a:gd name="connsiteY43" fmla="*/ 1270681 h 4705763"/>
              <a:gd name="connsiteX44" fmla="*/ 984400 w 1825371"/>
              <a:gd name="connsiteY44" fmla="*/ 1242374 h 4705763"/>
              <a:gd name="connsiteX45" fmla="*/ 977149 w 1825371"/>
              <a:gd name="connsiteY45" fmla="*/ 1225458 h 4705763"/>
              <a:gd name="connsiteX46" fmla="*/ 983019 w 1825371"/>
              <a:gd name="connsiteY46" fmla="*/ 1189902 h 4705763"/>
              <a:gd name="connsiteX47" fmla="*/ 1016158 w 1825371"/>
              <a:gd name="connsiteY47" fmla="*/ 1097041 h 4705763"/>
              <a:gd name="connsiteX48" fmla="*/ 1055513 w 1825371"/>
              <a:gd name="connsiteY48" fmla="*/ 1078055 h 4705763"/>
              <a:gd name="connsiteX49" fmla="*/ 1097628 w 1825371"/>
              <a:gd name="connsiteY49" fmla="*/ 1104290 h 4705763"/>
              <a:gd name="connsiteX50" fmla="*/ 1115579 w 1825371"/>
              <a:gd name="connsiteY50" fmla="*/ 1107743 h 4705763"/>
              <a:gd name="connsiteX51" fmla="*/ 1177026 w 1825371"/>
              <a:gd name="connsiteY51" fmla="*/ 1087375 h 4705763"/>
              <a:gd name="connsiteX52" fmla="*/ 1179787 w 1825371"/>
              <a:gd name="connsiteY52" fmla="*/ 1073913 h 4705763"/>
              <a:gd name="connsiteX53" fmla="*/ 1135255 w 1825371"/>
              <a:gd name="connsiteY53" fmla="*/ 1041117 h 4705763"/>
              <a:gd name="connsiteX54" fmla="*/ 939868 w 1825371"/>
              <a:gd name="connsiteY54" fmla="*/ 883702 h 4705763"/>
              <a:gd name="connsiteX55" fmla="*/ 549783 w 1825371"/>
              <a:gd name="connsiteY55" fmla="*/ 496379 h 4705763"/>
              <a:gd name="connsiteX56" fmla="*/ 40947 w 1825371"/>
              <a:gd name="connsiteY56" fmla="*/ 48990 h 4705763"/>
              <a:gd name="connsiteX57" fmla="*/ 5735 w 1825371"/>
              <a:gd name="connsiteY57" fmla="*/ 17231 h 4705763"/>
              <a:gd name="connsiteX58" fmla="*/ 902 w 1825371"/>
              <a:gd name="connsiteY58" fmla="*/ 4114 h 4705763"/>
              <a:gd name="connsiteX59" fmla="*/ 15747 w 1825371"/>
              <a:gd name="connsiteY59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88528 w 1825371"/>
              <a:gd name="connsiteY34" fmla="*/ 2674639 h 4705763"/>
              <a:gd name="connsiteX35" fmla="*/ 1297493 w 1825371"/>
              <a:gd name="connsiteY35" fmla="*/ 4685667 h 4705763"/>
              <a:gd name="connsiteX36" fmla="*/ 938419 w 1825371"/>
              <a:gd name="connsiteY36" fmla="*/ 4705763 h 4705763"/>
              <a:gd name="connsiteX37" fmla="*/ 1053441 w 1825371"/>
              <a:gd name="connsiteY37" fmla="*/ 2920082 h 4705763"/>
              <a:gd name="connsiteX38" fmla="*/ 1066213 w 1825371"/>
              <a:gd name="connsiteY38" fmla="*/ 2573839 h 4705763"/>
              <a:gd name="connsiteX39" fmla="*/ 1077951 w 1825371"/>
              <a:gd name="connsiteY39" fmla="*/ 2236916 h 4705763"/>
              <a:gd name="connsiteX40" fmla="*/ 1093485 w 1825371"/>
              <a:gd name="connsiteY40" fmla="*/ 1882733 h 4705763"/>
              <a:gd name="connsiteX41" fmla="*/ 1107983 w 1825371"/>
              <a:gd name="connsiteY41" fmla="*/ 1608293 h 4705763"/>
              <a:gd name="connsiteX42" fmla="*/ 1125245 w 1825371"/>
              <a:gd name="connsiteY42" fmla="*/ 1293464 h 4705763"/>
              <a:gd name="connsiteX43" fmla="*/ 1096247 w 1825371"/>
              <a:gd name="connsiteY43" fmla="*/ 1270681 h 4705763"/>
              <a:gd name="connsiteX44" fmla="*/ 984400 w 1825371"/>
              <a:gd name="connsiteY44" fmla="*/ 1242374 h 4705763"/>
              <a:gd name="connsiteX45" fmla="*/ 977149 w 1825371"/>
              <a:gd name="connsiteY45" fmla="*/ 1225458 h 4705763"/>
              <a:gd name="connsiteX46" fmla="*/ 983019 w 1825371"/>
              <a:gd name="connsiteY46" fmla="*/ 1189902 h 4705763"/>
              <a:gd name="connsiteX47" fmla="*/ 1016158 w 1825371"/>
              <a:gd name="connsiteY47" fmla="*/ 1097041 h 4705763"/>
              <a:gd name="connsiteX48" fmla="*/ 1055513 w 1825371"/>
              <a:gd name="connsiteY48" fmla="*/ 1078055 h 4705763"/>
              <a:gd name="connsiteX49" fmla="*/ 1097628 w 1825371"/>
              <a:gd name="connsiteY49" fmla="*/ 1104290 h 4705763"/>
              <a:gd name="connsiteX50" fmla="*/ 1115579 w 1825371"/>
              <a:gd name="connsiteY50" fmla="*/ 1107743 h 4705763"/>
              <a:gd name="connsiteX51" fmla="*/ 1177026 w 1825371"/>
              <a:gd name="connsiteY51" fmla="*/ 1087375 h 4705763"/>
              <a:gd name="connsiteX52" fmla="*/ 1179787 w 1825371"/>
              <a:gd name="connsiteY52" fmla="*/ 1073913 h 4705763"/>
              <a:gd name="connsiteX53" fmla="*/ 1135255 w 1825371"/>
              <a:gd name="connsiteY53" fmla="*/ 1041117 h 4705763"/>
              <a:gd name="connsiteX54" fmla="*/ 939868 w 1825371"/>
              <a:gd name="connsiteY54" fmla="*/ 883702 h 4705763"/>
              <a:gd name="connsiteX55" fmla="*/ 549783 w 1825371"/>
              <a:gd name="connsiteY55" fmla="*/ 496379 h 4705763"/>
              <a:gd name="connsiteX56" fmla="*/ 40947 w 1825371"/>
              <a:gd name="connsiteY56" fmla="*/ 48990 h 4705763"/>
              <a:gd name="connsiteX57" fmla="*/ 5735 w 1825371"/>
              <a:gd name="connsiteY57" fmla="*/ 17231 h 4705763"/>
              <a:gd name="connsiteX58" fmla="*/ 902 w 1825371"/>
              <a:gd name="connsiteY58" fmla="*/ 4114 h 4705763"/>
              <a:gd name="connsiteX59" fmla="*/ 15747 w 1825371"/>
              <a:gd name="connsiteY59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97493 w 1825371"/>
              <a:gd name="connsiteY34" fmla="*/ 4685667 h 4705763"/>
              <a:gd name="connsiteX35" fmla="*/ 938419 w 1825371"/>
              <a:gd name="connsiteY35" fmla="*/ 4705763 h 4705763"/>
              <a:gd name="connsiteX36" fmla="*/ 1053441 w 1825371"/>
              <a:gd name="connsiteY36" fmla="*/ 2920082 h 4705763"/>
              <a:gd name="connsiteX37" fmla="*/ 1066213 w 1825371"/>
              <a:gd name="connsiteY37" fmla="*/ 2573839 h 4705763"/>
              <a:gd name="connsiteX38" fmla="*/ 1077951 w 1825371"/>
              <a:gd name="connsiteY38" fmla="*/ 2236916 h 4705763"/>
              <a:gd name="connsiteX39" fmla="*/ 1093485 w 1825371"/>
              <a:gd name="connsiteY39" fmla="*/ 1882733 h 4705763"/>
              <a:gd name="connsiteX40" fmla="*/ 1107983 w 1825371"/>
              <a:gd name="connsiteY40" fmla="*/ 1608293 h 4705763"/>
              <a:gd name="connsiteX41" fmla="*/ 1125245 w 1825371"/>
              <a:gd name="connsiteY41" fmla="*/ 1293464 h 4705763"/>
              <a:gd name="connsiteX42" fmla="*/ 1096247 w 1825371"/>
              <a:gd name="connsiteY42" fmla="*/ 1270681 h 4705763"/>
              <a:gd name="connsiteX43" fmla="*/ 984400 w 1825371"/>
              <a:gd name="connsiteY43" fmla="*/ 1242374 h 4705763"/>
              <a:gd name="connsiteX44" fmla="*/ 977149 w 1825371"/>
              <a:gd name="connsiteY44" fmla="*/ 1225458 h 4705763"/>
              <a:gd name="connsiteX45" fmla="*/ 983019 w 1825371"/>
              <a:gd name="connsiteY45" fmla="*/ 1189902 h 4705763"/>
              <a:gd name="connsiteX46" fmla="*/ 1016158 w 1825371"/>
              <a:gd name="connsiteY46" fmla="*/ 1097041 h 4705763"/>
              <a:gd name="connsiteX47" fmla="*/ 1055513 w 1825371"/>
              <a:gd name="connsiteY47" fmla="*/ 1078055 h 4705763"/>
              <a:gd name="connsiteX48" fmla="*/ 1097628 w 1825371"/>
              <a:gd name="connsiteY48" fmla="*/ 1104290 h 4705763"/>
              <a:gd name="connsiteX49" fmla="*/ 1115579 w 1825371"/>
              <a:gd name="connsiteY49" fmla="*/ 1107743 h 4705763"/>
              <a:gd name="connsiteX50" fmla="*/ 1177026 w 1825371"/>
              <a:gd name="connsiteY50" fmla="*/ 1087375 h 4705763"/>
              <a:gd name="connsiteX51" fmla="*/ 1179787 w 1825371"/>
              <a:gd name="connsiteY51" fmla="*/ 1073913 h 4705763"/>
              <a:gd name="connsiteX52" fmla="*/ 1135255 w 1825371"/>
              <a:gd name="connsiteY52" fmla="*/ 1041117 h 4705763"/>
              <a:gd name="connsiteX53" fmla="*/ 939868 w 1825371"/>
              <a:gd name="connsiteY53" fmla="*/ 883702 h 4705763"/>
              <a:gd name="connsiteX54" fmla="*/ 549783 w 1825371"/>
              <a:gd name="connsiteY54" fmla="*/ 496379 h 4705763"/>
              <a:gd name="connsiteX55" fmla="*/ 40947 w 1825371"/>
              <a:gd name="connsiteY55" fmla="*/ 48990 h 4705763"/>
              <a:gd name="connsiteX56" fmla="*/ 5735 w 1825371"/>
              <a:gd name="connsiteY56" fmla="*/ 17231 h 4705763"/>
              <a:gd name="connsiteX57" fmla="*/ 902 w 1825371"/>
              <a:gd name="connsiteY57" fmla="*/ 4114 h 4705763"/>
              <a:gd name="connsiteX58" fmla="*/ 15747 w 1825371"/>
              <a:gd name="connsiteY58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97493 w 1825371"/>
              <a:gd name="connsiteY33" fmla="*/ 4685667 h 4705763"/>
              <a:gd name="connsiteX34" fmla="*/ 938419 w 1825371"/>
              <a:gd name="connsiteY34" fmla="*/ 4705763 h 4705763"/>
              <a:gd name="connsiteX35" fmla="*/ 1053441 w 1825371"/>
              <a:gd name="connsiteY35" fmla="*/ 2920082 h 4705763"/>
              <a:gd name="connsiteX36" fmla="*/ 1066213 w 1825371"/>
              <a:gd name="connsiteY36" fmla="*/ 2573839 h 4705763"/>
              <a:gd name="connsiteX37" fmla="*/ 1077951 w 1825371"/>
              <a:gd name="connsiteY37" fmla="*/ 2236916 h 4705763"/>
              <a:gd name="connsiteX38" fmla="*/ 1093485 w 1825371"/>
              <a:gd name="connsiteY38" fmla="*/ 1882733 h 4705763"/>
              <a:gd name="connsiteX39" fmla="*/ 1107983 w 1825371"/>
              <a:gd name="connsiteY39" fmla="*/ 1608293 h 4705763"/>
              <a:gd name="connsiteX40" fmla="*/ 1125245 w 1825371"/>
              <a:gd name="connsiteY40" fmla="*/ 1293464 h 4705763"/>
              <a:gd name="connsiteX41" fmla="*/ 1096247 w 1825371"/>
              <a:gd name="connsiteY41" fmla="*/ 1270681 h 4705763"/>
              <a:gd name="connsiteX42" fmla="*/ 984400 w 1825371"/>
              <a:gd name="connsiteY42" fmla="*/ 1242374 h 4705763"/>
              <a:gd name="connsiteX43" fmla="*/ 977149 w 1825371"/>
              <a:gd name="connsiteY43" fmla="*/ 1225458 h 4705763"/>
              <a:gd name="connsiteX44" fmla="*/ 983019 w 1825371"/>
              <a:gd name="connsiteY44" fmla="*/ 1189902 h 4705763"/>
              <a:gd name="connsiteX45" fmla="*/ 1016158 w 1825371"/>
              <a:gd name="connsiteY45" fmla="*/ 1097041 h 4705763"/>
              <a:gd name="connsiteX46" fmla="*/ 1055513 w 1825371"/>
              <a:gd name="connsiteY46" fmla="*/ 1078055 h 4705763"/>
              <a:gd name="connsiteX47" fmla="*/ 1097628 w 1825371"/>
              <a:gd name="connsiteY47" fmla="*/ 1104290 h 4705763"/>
              <a:gd name="connsiteX48" fmla="*/ 1115579 w 1825371"/>
              <a:gd name="connsiteY48" fmla="*/ 1107743 h 4705763"/>
              <a:gd name="connsiteX49" fmla="*/ 1177026 w 1825371"/>
              <a:gd name="connsiteY49" fmla="*/ 1087375 h 4705763"/>
              <a:gd name="connsiteX50" fmla="*/ 1179787 w 1825371"/>
              <a:gd name="connsiteY50" fmla="*/ 1073913 h 4705763"/>
              <a:gd name="connsiteX51" fmla="*/ 1135255 w 1825371"/>
              <a:gd name="connsiteY51" fmla="*/ 1041117 h 4705763"/>
              <a:gd name="connsiteX52" fmla="*/ 939868 w 1825371"/>
              <a:gd name="connsiteY52" fmla="*/ 883702 h 4705763"/>
              <a:gd name="connsiteX53" fmla="*/ 549783 w 1825371"/>
              <a:gd name="connsiteY53" fmla="*/ 496379 h 4705763"/>
              <a:gd name="connsiteX54" fmla="*/ 40947 w 1825371"/>
              <a:gd name="connsiteY54" fmla="*/ 48990 h 4705763"/>
              <a:gd name="connsiteX55" fmla="*/ 5735 w 1825371"/>
              <a:gd name="connsiteY55" fmla="*/ 17231 h 4705763"/>
              <a:gd name="connsiteX56" fmla="*/ 902 w 1825371"/>
              <a:gd name="connsiteY56" fmla="*/ 4114 h 4705763"/>
              <a:gd name="connsiteX57" fmla="*/ 15747 w 1825371"/>
              <a:gd name="connsiteY57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97493 w 1825371"/>
              <a:gd name="connsiteY32" fmla="*/ 4685667 h 4705763"/>
              <a:gd name="connsiteX33" fmla="*/ 938419 w 1825371"/>
              <a:gd name="connsiteY33" fmla="*/ 4705763 h 4705763"/>
              <a:gd name="connsiteX34" fmla="*/ 1053441 w 1825371"/>
              <a:gd name="connsiteY34" fmla="*/ 2920082 h 4705763"/>
              <a:gd name="connsiteX35" fmla="*/ 1066213 w 1825371"/>
              <a:gd name="connsiteY35" fmla="*/ 2573839 h 4705763"/>
              <a:gd name="connsiteX36" fmla="*/ 1077951 w 1825371"/>
              <a:gd name="connsiteY36" fmla="*/ 2236916 h 4705763"/>
              <a:gd name="connsiteX37" fmla="*/ 1093485 w 1825371"/>
              <a:gd name="connsiteY37" fmla="*/ 1882733 h 4705763"/>
              <a:gd name="connsiteX38" fmla="*/ 1107983 w 1825371"/>
              <a:gd name="connsiteY38" fmla="*/ 1608293 h 4705763"/>
              <a:gd name="connsiteX39" fmla="*/ 1125245 w 1825371"/>
              <a:gd name="connsiteY39" fmla="*/ 1293464 h 4705763"/>
              <a:gd name="connsiteX40" fmla="*/ 1096247 w 1825371"/>
              <a:gd name="connsiteY40" fmla="*/ 1270681 h 4705763"/>
              <a:gd name="connsiteX41" fmla="*/ 984400 w 1825371"/>
              <a:gd name="connsiteY41" fmla="*/ 1242374 h 4705763"/>
              <a:gd name="connsiteX42" fmla="*/ 977149 w 1825371"/>
              <a:gd name="connsiteY42" fmla="*/ 1225458 h 4705763"/>
              <a:gd name="connsiteX43" fmla="*/ 983019 w 1825371"/>
              <a:gd name="connsiteY43" fmla="*/ 1189902 h 4705763"/>
              <a:gd name="connsiteX44" fmla="*/ 1016158 w 1825371"/>
              <a:gd name="connsiteY44" fmla="*/ 1097041 h 4705763"/>
              <a:gd name="connsiteX45" fmla="*/ 1055513 w 1825371"/>
              <a:gd name="connsiteY45" fmla="*/ 1078055 h 4705763"/>
              <a:gd name="connsiteX46" fmla="*/ 1097628 w 1825371"/>
              <a:gd name="connsiteY46" fmla="*/ 1104290 h 4705763"/>
              <a:gd name="connsiteX47" fmla="*/ 1115579 w 1825371"/>
              <a:gd name="connsiteY47" fmla="*/ 1107743 h 4705763"/>
              <a:gd name="connsiteX48" fmla="*/ 1177026 w 1825371"/>
              <a:gd name="connsiteY48" fmla="*/ 1087375 h 4705763"/>
              <a:gd name="connsiteX49" fmla="*/ 1179787 w 1825371"/>
              <a:gd name="connsiteY49" fmla="*/ 1073913 h 4705763"/>
              <a:gd name="connsiteX50" fmla="*/ 1135255 w 1825371"/>
              <a:gd name="connsiteY50" fmla="*/ 1041117 h 4705763"/>
              <a:gd name="connsiteX51" fmla="*/ 939868 w 1825371"/>
              <a:gd name="connsiteY51" fmla="*/ 883702 h 4705763"/>
              <a:gd name="connsiteX52" fmla="*/ 549783 w 1825371"/>
              <a:gd name="connsiteY52" fmla="*/ 496379 h 4705763"/>
              <a:gd name="connsiteX53" fmla="*/ 40947 w 1825371"/>
              <a:gd name="connsiteY53" fmla="*/ 48990 h 4705763"/>
              <a:gd name="connsiteX54" fmla="*/ 5735 w 1825371"/>
              <a:gd name="connsiteY54" fmla="*/ 17231 h 4705763"/>
              <a:gd name="connsiteX55" fmla="*/ 902 w 1825371"/>
              <a:gd name="connsiteY55" fmla="*/ 4114 h 4705763"/>
              <a:gd name="connsiteX56" fmla="*/ 15747 w 1825371"/>
              <a:gd name="connsiteY56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093485 w 1825371"/>
              <a:gd name="connsiteY36" fmla="*/ 1882733 h 4705763"/>
              <a:gd name="connsiteX37" fmla="*/ 1107983 w 1825371"/>
              <a:gd name="connsiteY37" fmla="*/ 1608293 h 4705763"/>
              <a:gd name="connsiteX38" fmla="*/ 1125245 w 1825371"/>
              <a:gd name="connsiteY38" fmla="*/ 1293464 h 4705763"/>
              <a:gd name="connsiteX39" fmla="*/ 1096247 w 1825371"/>
              <a:gd name="connsiteY39" fmla="*/ 1270681 h 4705763"/>
              <a:gd name="connsiteX40" fmla="*/ 984400 w 1825371"/>
              <a:gd name="connsiteY40" fmla="*/ 1242374 h 4705763"/>
              <a:gd name="connsiteX41" fmla="*/ 977149 w 1825371"/>
              <a:gd name="connsiteY41" fmla="*/ 1225458 h 4705763"/>
              <a:gd name="connsiteX42" fmla="*/ 983019 w 1825371"/>
              <a:gd name="connsiteY42" fmla="*/ 1189902 h 4705763"/>
              <a:gd name="connsiteX43" fmla="*/ 1016158 w 1825371"/>
              <a:gd name="connsiteY43" fmla="*/ 1097041 h 4705763"/>
              <a:gd name="connsiteX44" fmla="*/ 1055513 w 1825371"/>
              <a:gd name="connsiteY44" fmla="*/ 1078055 h 4705763"/>
              <a:gd name="connsiteX45" fmla="*/ 1097628 w 1825371"/>
              <a:gd name="connsiteY45" fmla="*/ 1104290 h 4705763"/>
              <a:gd name="connsiteX46" fmla="*/ 1115579 w 1825371"/>
              <a:gd name="connsiteY46" fmla="*/ 1107743 h 4705763"/>
              <a:gd name="connsiteX47" fmla="*/ 1177026 w 1825371"/>
              <a:gd name="connsiteY47" fmla="*/ 1087375 h 4705763"/>
              <a:gd name="connsiteX48" fmla="*/ 1179787 w 1825371"/>
              <a:gd name="connsiteY48" fmla="*/ 1073913 h 4705763"/>
              <a:gd name="connsiteX49" fmla="*/ 1135255 w 1825371"/>
              <a:gd name="connsiteY49" fmla="*/ 1041117 h 4705763"/>
              <a:gd name="connsiteX50" fmla="*/ 939868 w 1825371"/>
              <a:gd name="connsiteY50" fmla="*/ 883702 h 4705763"/>
              <a:gd name="connsiteX51" fmla="*/ 549783 w 1825371"/>
              <a:gd name="connsiteY51" fmla="*/ 496379 h 4705763"/>
              <a:gd name="connsiteX52" fmla="*/ 40947 w 1825371"/>
              <a:gd name="connsiteY52" fmla="*/ 48990 h 4705763"/>
              <a:gd name="connsiteX53" fmla="*/ 5735 w 1825371"/>
              <a:gd name="connsiteY53" fmla="*/ 17231 h 4705763"/>
              <a:gd name="connsiteX54" fmla="*/ 902 w 1825371"/>
              <a:gd name="connsiteY54" fmla="*/ 4114 h 4705763"/>
              <a:gd name="connsiteX55" fmla="*/ 15747 w 1825371"/>
              <a:gd name="connsiteY55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093485 w 1825371"/>
              <a:gd name="connsiteY36" fmla="*/ 1882733 h 4705763"/>
              <a:gd name="connsiteX37" fmla="*/ 1125245 w 1825371"/>
              <a:gd name="connsiteY37" fmla="*/ 1293464 h 4705763"/>
              <a:gd name="connsiteX38" fmla="*/ 1096247 w 1825371"/>
              <a:gd name="connsiteY38" fmla="*/ 1270681 h 4705763"/>
              <a:gd name="connsiteX39" fmla="*/ 984400 w 1825371"/>
              <a:gd name="connsiteY39" fmla="*/ 1242374 h 4705763"/>
              <a:gd name="connsiteX40" fmla="*/ 977149 w 1825371"/>
              <a:gd name="connsiteY40" fmla="*/ 1225458 h 4705763"/>
              <a:gd name="connsiteX41" fmla="*/ 983019 w 1825371"/>
              <a:gd name="connsiteY41" fmla="*/ 1189902 h 4705763"/>
              <a:gd name="connsiteX42" fmla="*/ 1016158 w 1825371"/>
              <a:gd name="connsiteY42" fmla="*/ 1097041 h 4705763"/>
              <a:gd name="connsiteX43" fmla="*/ 1055513 w 1825371"/>
              <a:gd name="connsiteY43" fmla="*/ 1078055 h 4705763"/>
              <a:gd name="connsiteX44" fmla="*/ 1097628 w 1825371"/>
              <a:gd name="connsiteY44" fmla="*/ 1104290 h 4705763"/>
              <a:gd name="connsiteX45" fmla="*/ 1115579 w 1825371"/>
              <a:gd name="connsiteY45" fmla="*/ 1107743 h 4705763"/>
              <a:gd name="connsiteX46" fmla="*/ 1177026 w 1825371"/>
              <a:gd name="connsiteY46" fmla="*/ 1087375 h 4705763"/>
              <a:gd name="connsiteX47" fmla="*/ 1179787 w 1825371"/>
              <a:gd name="connsiteY47" fmla="*/ 1073913 h 4705763"/>
              <a:gd name="connsiteX48" fmla="*/ 1135255 w 1825371"/>
              <a:gd name="connsiteY48" fmla="*/ 1041117 h 4705763"/>
              <a:gd name="connsiteX49" fmla="*/ 939868 w 1825371"/>
              <a:gd name="connsiteY49" fmla="*/ 883702 h 4705763"/>
              <a:gd name="connsiteX50" fmla="*/ 549783 w 1825371"/>
              <a:gd name="connsiteY50" fmla="*/ 496379 h 4705763"/>
              <a:gd name="connsiteX51" fmla="*/ 40947 w 1825371"/>
              <a:gd name="connsiteY51" fmla="*/ 48990 h 4705763"/>
              <a:gd name="connsiteX52" fmla="*/ 5735 w 1825371"/>
              <a:gd name="connsiteY52" fmla="*/ 17231 h 4705763"/>
              <a:gd name="connsiteX53" fmla="*/ 902 w 1825371"/>
              <a:gd name="connsiteY53" fmla="*/ 4114 h 4705763"/>
              <a:gd name="connsiteX54" fmla="*/ 15747 w 1825371"/>
              <a:gd name="connsiteY54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125245 w 1825371"/>
              <a:gd name="connsiteY36" fmla="*/ 1293464 h 4705763"/>
              <a:gd name="connsiteX37" fmla="*/ 1096247 w 1825371"/>
              <a:gd name="connsiteY37" fmla="*/ 1270681 h 4705763"/>
              <a:gd name="connsiteX38" fmla="*/ 984400 w 1825371"/>
              <a:gd name="connsiteY38" fmla="*/ 1242374 h 4705763"/>
              <a:gd name="connsiteX39" fmla="*/ 977149 w 1825371"/>
              <a:gd name="connsiteY39" fmla="*/ 1225458 h 4705763"/>
              <a:gd name="connsiteX40" fmla="*/ 983019 w 1825371"/>
              <a:gd name="connsiteY40" fmla="*/ 1189902 h 4705763"/>
              <a:gd name="connsiteX41" fmla="*/ 1016158 w 1825371"/>
              <a:gd name="connsiteY41" fmla="*/ 1097041 h 4705763"/>
              <a:gd name="connsiteX42" fmla="*/ 1055513 w 1825371"/>
              <a:gd name="connsiteY42" fmla="*/ 1078055 h 4705763"/>
              <a:gd name="connsiteX43" fmla="*/ 1097628 w 1825371"/>
              <a:gd name="connsiteY43" fmla="*/ 1104290 h 4705763"/>
              <a:gd name="connsiteX44" fmla="*/ 1115579 w 1825371"/>
              <a:gd name="connsiteY44" fmla="*/ 1107743 h 4705763"/>
              <a:gd name="connsiteX45" fmla="*/ 1177026 w 1825371"/>
              <a:gd name="connsiteY45" fmla="*/ 1087375 h 4705763"/>
              <a:gd name="connsiteX46" fmla="*/ 1179787 w 1825371"/>
              <a:gd name="connsiteY46" fmla="*/ 1073913 h 4705763"/>
              <a:gd name="connsiteX47" fmla="*/ 1135255 w 1825371"/>
              <a:gd name="connsiteY47" fmla="*/ 1041117 h 4705763"/>
              <a:gd name="connsiteX48" fmla="*/ 939868 w 1825371"/>
              <a:gd name="connsiteY48" fmla="*/ 883702 h 4705763"/>
              <a:gd name="connsiteX49" fmla="*/ 549783 w 1825371"/>
              <a:gd name="connsiteY49" fmla="*/ 496379 h 4705763"/>
              <a:gd name="connsiteX50" fmla="*/ 40947 w 1825371"/>
              <a:gd name="connsiteY50" fmla="*/ 48990 h 4705763"/>
              <a:gd name="connsiteX51" fmla="*/ 5735 w 1825371"/>
              <a:gd name="connsiteY51" fmla="*/ 17231 h 4705763"/>
              <a:gd name="connsiteX52" fmla="*/ 902 w 1825371"/>
              <a:gd name="connsiteY52" fmla="*/ 4114 h 4705763"/>
              <a:gd name="connsiteX53" fmla="*/ 15747 w 1825371"/>
              <a:gd name="connsiteY53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125245 w 1825371"/>
              <a:gd name="connsiteY35" fmla="*/ 1293464 h 4705763"/>
              <a:gd name="connsiteX36" fmla="*/ 1096247 w 1825371"/>
              <a:gd name="connsiteY36" fmla="*/ 1270681 h 4705763"/>
              <a:gd name="connsiteX37" fmla="*/ 984400 w 1825371"/>
              <a:gd name="connsiteY37" fmla="*/ 1242374 h 4705763"/>
              <a:gd name="connsiteX38" fmla="*/ 977149 w 1825371"/>
              <a:gd name="connsiteY38" fmla="*/ 1225458 h 4705763"/>
              <a:gd name="connsiteX39" fmla="*/ 983019 w 1825371"/>
              <a:gd name="connsiteY39" fmla="*/ 1189902 h 4705763"/>
              <a:gd name="connsiteX40" fmla="*/ 1016158 w 1825371"/>
              <a:gd name="connsiteY40" fmla="*/ 1097041 h 4705763"/>
              <a:gd name="connsiteX41" fmla="*/ 1055513 w 1825371"/>
              <a:gd name="connsiteY41" fmla="*/ 1078055 h 4705763"/>
              <a:gd name="connsiteX42" fmla="*/ 1097628 w 1825371"/>
              <a:gd name="connsiteY42" fmla="*/ 1104290 h 4705763"/>
              <a:gd name="connsiteX43" fmla="*/ 1115579 w 1825371"/>
              <a:gd name="connsiteY43" fmla="*/ 1107743 h 4705763"/>
              <a:gd name="connsiteX44" fmla="*/ 1177026 w 1825371"/>
              <a:gd name="connsiteY44" fmla="*/ 1087375 h 4705763"/>
              <a:gd name="connsiteX45" fmla="*/ 1179787 w 1825371"/>
              <a:gd name="connsiteY45" fmla="*/ 1073913 h 4705763"/>
              <a:gd name="connsiteX46" fmla="*/ 1135255 w 1825371"/>
              <a:gd name="connsiteY46" fmla="*/ 1041117 h 4705763"/>
              <a:gd name="connsiteX47" fmla="*/ 939868 w 1825371"/>
              <a:gd name="connsiteY47" fmla="*/ 883702 h 4705763"/>
              <a:gd name="connsiteX48" fmla="*/ 549783 w 1825371"/>
              <a:gd name="connsiteY48" fmla="*/ 496379 h 4705763"/>
              <a:gd name="connsiteX49" fmla="*/ 40947 w 1825371"/>
              <a:gd name="connsiteY49" fmla="*/ 48990 h 4705763"/>
              <a:gd name="connsiteX50" fmla="*/ 5735 w 1825371"/>
              <a:gd name="connsiteY50" fmla="*/ 17231 h 4705763"/>
              <a:gd name="connsiteX51" fmla="*/ 902 w 1825371"/>
              <a:gd name="connsiteY51" fmla="*/ 4114 h 4705763"/>
              <a:gd name="connsiteX52" fmla="*/ 15747 w 1825371"/>
              <a:gd name="connsiteY52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125245 w 1825371"/>
              <a:gd name="connsiteY34" fmla="*/ 1293464 h 4705763"/>
              <a:gd name="connsiteX35" fmla="*/ 1096247 w 1825371"/>
              <a:gd name="connsiteY35" fmla="*/ 1270681 h 4705763"/>
              <a:gd name="connsiteX36" fmla="*/ 984400 w 1825371"/>
              <a:gd name="connsiteY36" fmla="*/ 1242374 h 4705763"/>
              <a:gd name="connsiteX37" fmla="*/ 977149 w 1825371"/>
              <a:gd name="connsiteY37" fmla="*/ 1225458 h 4705763"/>
              <a:gd name="connsiteX38" fmla="*/ 983019 w 1825371"/>
              <a:gd name="connsiteY38" fmla="*/ 1189902 h 4705763"/>
              <a:gd name="connsiteX39" fmla="*/ 1016158 w 1825371"/>
              <a:gd name="connsiteY39" fmla="*/ 1097041 h 4705763"/>
              <a:gd name="connsiteX40" fmla="*/ 1055513 w 1825371"/>
              <a:gd name="connsiteY40" fmla="*/ 1078055 h 4705763"/>
              <a:gd name="connsiteX41" fmla="*/ 1097628 w 1825371"/>
              <a:gd name="connsiteY41" fmla="*/ 1104290 h 4705763"/>
              <a:gd name="connsiteX42" fmla="*/ 1115579 w 1825371"/>
              <a:gd name="connsiteY42" fmla="*/ 1107743 h 4705763"/>
              <a:gd name="connsiteX43" fmla="*/ 1177026 w 1825371"/>
              <a:gd name="connsiteY43" fmla="*/ 1087375 h 4705763"/>
              <a:gd name="connsiteX44" fmla="*/ 1179787 w 1825371"/>
              <a:gd name="connsiteY44" fmla="*/ 1073913 h 4705763"/>
              <a:gd name="connsiteX45" fmla="*/ 1135255 w 1825371"/>
              <a:gd name="connsiteY45" fmla="*/ 1041117 h 4705763"/>
              <a:gd name="connsiteX46" fmla="*/ 939868 w 1825371"/>
              <a:gd name="connsiteY46" fmla="*/ 883702 h 4705763"/>
              <a:gd name="connsiteX47" fmla="*/ 549783 w 1825371"/>
              <a:gd name="connsiteY47" fmla="*/ 496379 h 4705763"/>
              <a:gd name="connsiteX48" fmla="*/ 40947 w 1825371"/>
              <a:gd name="connsiteY48" fmla="*/ 48990 h 4705763"/>
              <a:gd name="connsiteX49" fmla="*/ 5735 w 1825371"/>
              <a:gd name="connsiteY49" fmla="*/ 17231 h 4705763"/>
              <a:gd name="connsiteX50" fmla="*/ 902 w 1825371"/>
              <a:gd name="connsiteY50" fmla="*/ 4114 h 4705763"/>
              <a:gd name="connsiteX51" fmla="*/ 15747 w 1825371"/>
              <a:gd name="connsiteY51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125245 w 1825371"/>
              <a:gd name="connsiteY33" fmla="*/ 1293464 h 4705763"/>
              <a:gd name="connsiteX34" fmla="*/ 1096247 w 1825371"/>
              <a:gd name="connsiteY34" fmla="*/ 1270681 h 4705763"/>
              <a:gd name="connsiteX35" fmla="*/ 984400 w 1825371"/>
              <a:gd name="connsiteY35" fmla="*/ 1242374 h 4705763"/>
              <a:gd name="connsiteX36" fmla="*/ 977149 w 1825371"/>
              <a:gd name="connsiteY36" fmla="*/ 1225458 h 4705763"/>
              <a:gd name="connsiteX37" fmla="*/ 983019 w 1825371"/>
              <a:gd name="connsiteY37" fmla="*/ 1189902 h 4705763"/>
              <a:gd name="connsiteX38" fmla="*/ 1016158 w 1825371"/>
              <a:gd name="connsiteY38" fmla="*/ 1097041 h 4705763"/>
              <a:gd name="connsiteX39" fmla="*/ 1055513 w 1825371"/>
              <a:gd name="connsiteY39" fmla="*/ 1078055 h 4705763"/>
              <a:gd name="connsiteX40" fmla="*/ 1097628 w 1825371"/>
              <a:gd name="connsiteY40" fmla="*/ 1104290 h 4705763"/>
              <a:gd name="connsiteX41" fmla="*/ 1115579 w 1825371"/>
              <a:gd name="connsiteY41" fmla="*/ 1107743 h 4705763"/>
              <a:gd name="connsiteX42" fmla="*/ 1177026 w 1825371"/>
              <a:gd name="connsiteY42" fmla="*/ 1087375 h 4705763"/>
              <a:gd name="connsiteX43" fmla="*/ 1179787 w 1825371"/>
              <a:gd name="connsiteY43" fmla="*/ 1073913 h 4705763"/>
              <a:gd name="connsiteX44" fmla="*/ 1135255 w 1825371"/>
              <a:gd name="connsiteY44" fmla="*/ 1041117 h 4705763"/>
              <a:gd name="connsiteX45" fmla="*/ 939868 w 1825371"/>
              <a:gd name="connsiteY45" fmla="*/ 883702 h 4705763"/>
              <a:gd name="connsiteX46" fmla="*/ 549783 w 1825371"/>
              <a:gd name="connsiteY46" fmla="*/ 496379 h 4705763"/>
              <a:gd name="connsiteX47" fmla="*/ 40947 w 1825371"/>
              <a:gd name="connsiteY47" fmla="*/ 48990 h 4705763"/>
              <a:gd name="connsiteX48" fmla="*/ 5735 w 1825371"/>
              <a:gd name="connsiteY48" fmla="*/ 17231 h 4705763"/>
              <a:gd name="connsiteX49" fmla="*/ 902 w 1825371"/>
              <a:gd name="connsiteY49" fmla="*/ 4114 h 4705763"/>
              <a:gd name="connsiteX50" fmla="*/ 15747 w 1825371"/>
              <a:gd name="connsiteY50" fmla="*/ 1352 h 4705763"/>
              <a:gd name="connsiteX0" fmla="*/ 15747 w 1825371"/>
              <a:gd name="connsiteY0" fmla="*/ 1352 h 4685667"/>
              <a:gd name="connsiteX1" fmla="*/ 83062 w 1825371"/>
              <a:gd name="connsiteY1" fmla="*/ 34837 h 4685667"/>
              <a:gd name="connsiteX2" fmla="*/ 961270 w 1825371"/>
              <a:gd name="connsiteY2" fmla="*/ 755975 h 4685667"/>
              <a:gd name="connsiteX3" fmla="*/ 1239162 w 1825371"/>
              <a:gd name="connsiteY3" fmla="*/ 1001764 h 4685667"/>
              <a:gd name="connsiteX4" fmla="*/ 1276445 w 1825371"/>
              <a:gd name="connsiteY4" fmla="*/ 1025928 h 4685667"/>
              <a:gd name="connsiteX5" fmla="*/ 1316489 w 1825371"/>
              <a:gd name="connsiteY5" fmla="*/ 1009704 h 4685667"/>
              <a:gd name="connsiteX6" fmla="*/ 1345141 w 1825371"/>
              <a:gd name="connsiteY6" fmla="*/ 948602 h 4685667"/>
              <a:gd name="connsiteX7" fmla="*/ 1407624 w 1825371"/>
              <a:gd name="connsiteY7" fmla="*/ 869894 h 4685667"/>
              <a:gd name="connsiteX8" fmla="*/ 1749379 w 1825371"/>
              <a:gd name="connsiteY8" fmla="*/ 590967 h 4685667"/>
              <a:gd name="connsiteX9" fmla="*/ 1808066 w 1825371"/>
              <a:gd name="connsiteY9" fmla="*/ 545399 h 4685667"/>
              <a:gd name="connsiteX10" fmla="*/ 1825326 w 1825371"/>
              <a:gd name="connsiteY10" fmla="*/ 554375 h 4685667"/>
              <a:gd name="connsiteX11" fmla="*/ 1811172 w 1825371"/>
              <a:gd name="connsiteY11" fmla="*/ 590277 h 4685667"/>
              <a:gd name="connsiteX12" fmla="*/ 1721073 w 1825371"/>
              <a:gd name="connsiteY12" fmla="*/ 698326 h 4685667"/>
              <a:gd name="connsiteX13" fmla="*/ 1385877 w 1825371"/>
              <a:gd name="connsiteY13" fmla="*/ 1068389 h 4685667"/>
              <a:gd name="connsiteX14" fmla="*/ 1376211 w 1825371"/>
              <a:gd name="connsiteY14" fmla="*/ 1098421 h 4685667"/>
              <a:gd name="connsiteX15" fmla="*/ 1361366 w 1825371"/>
              <a:gd name="connsiteY15" fmla="*/ 1135359 h 4685667"/>
              <a:gd name="connsiteX16" fmla="*/ 1355153 w 1825371"/>
              <a:gd name="connsiteY16" fmla="*/ 1169879 h 4685667"/>
              <a:gd name="connsiteX17" fmla="*/ 1409696 w 1825371"/>
              <a:gd name="connsiteY17" fmla="*/ 1384253 h 4685667"/>
              <a:gd name="connsiteX18" fmla="*/ 1524994 w 1825371"/>
              <a:gd name="connsiteY18" fmla="*/ 1739817 h 4685667"/>
              <a:gd name="connsiteX19" fmla="*/ 1659971 w 1825371"/>
              <a:gd name="connsiteY19" fmla="*/ 2199288 h 4685667"/>
              <a:gd name="connsiteX20" fmla="*/ 1782864 w 1825371"/>
              <a:gd name="connsiteY20" fmla="*/ 2697077 h 4685667"/>
              <a:gd name="connsiteX21" fmla="*/ 1794257 w 1825371"/>
              <a:gd name="connsiteY21" fmla="*/ 2767845 h 4685667"/>
              <a:gd name="connsiteX22" fmla="*/ 1791840 w 1825371"/>
              <a:gd name="connsiteY22" fmla="*/ 2778202 h 4685667"/>
              <a:gd name="connsiteX23" fmla="*/ 1784245 w 1825371"/>
              <a:gd name="connsiteY23" fmla="*/ 2770607 h 4685667"/>
              <a:gd name="connsiteX24" fmla="*/ 1746617 w 1825371"/>
              <a:gd name="connsiteY24" fmla="*/ 2660831 h 4685667"/>
              <a:gd name="connsiteX25" fmla="*/ 1513602 w 1825371"/>
              <a:gd name="connsiteY25" fmla="*/ 1875484 h 4685667"/>
              <a:gd name="connsiteX26" fmla="*/ 1297158 w 1825371"/>
              <a:gd name="connsiteY26" fmla="*/ 1267919 h 4685667"/>
              <a:gd name="connsiteX27" fmla="*/ 1275064 w 1825371"/>
              <a:gd name="connsiteY27" fmla="*/ 1217173 h 4685667"/>
              <a:gd name="connsiteX28" fmla="*/ 1248483 w 1825371"/>
              <a:gd name="connsiteY28" fmla="*/ 1193353 h 4685667"/>
              <a:gd name="connsiteX29" fmla="*/ 1232949 w 1825371"/>
              <a:gd name="connsiteY29" fmla="*/ 1222351 h 4685667"/>
              <a:gd name="connsiteX30" fmla="*/ 1230877 w 1825371"/>
              <a:gd name="connsiteY30" fmla="*/ 1283108 h 4685667"/>
              <a:gd name="connsiteX31" fmla="*/ 1297493 w 1825371"/>
              <a:gd name="connsiteY31" fmla="*/ 4685667 h 4685667"/>
              <a:gd name="connsiteX32" fmla="*/ 978613 w 1825371"/>
              <a:gd name="connsiteY32" fmla="*/ 4685667 h 4685667"/>
              <a:gd name="connsiteX33" fmla="*/ 1125245 w 1825371"/>
              <a:gd name="connsiteY33" fmla="*/ 1293464 h 4685667"/>
              <a:gd name="connsiteX34" fmla="*/ 1096247 w 1825371"/>
              <a:gd name="connsiteY34" fmla="*/ 1270681 h 4685667"/>
              <a:gd name="connsiteX35" fmla="*/ 984400 w 1825371"/>
              <a:gd name="connsiteY35" fmla="*/ 1242374 h 4685667"/>
              <a:gd name="connsiteX36" fmla="*/ 977149 w 1825371"/>
              <a:gd name="connsiteY36" fmla="*/ 1225458 h 4685667"/>
              <a:gd name="connsiteX37" fmla="*/ 983019 w 1825371"/>
              <a:gd name="connsiteY37" fmla="*/ 1189902 h 4685667"/>
              <a:gd name="connsiteX38" fmla="*/ 1016158 w 1825371"/>
              <a:gd name="connsiteY38" fmla="*/ 1097041 h 4685667"/>
              <a:gd name="connsiteX39" fmla="*/ 1055513 w 1825371"/>
              <a:gd name="connsiteY39" fmla="*/ 1078055 h 4685667"/>
              <a:gd name="connsiteX40" fmla="*/ 1097628 w 1825371"/>
              <a:gd name="connsiteY40" fmla="*/ 1104290 h 4685667"/>
              <a:gd name="connsiteX41" fmla="*/ 1115579 w 1825371"/>
              <a:gd name="connsiteY41" fmla="*/ 1107743 h 4685667"/>
              <a:gd name="connsiteX42" fmla="*/ 1177026 w 1825371"/>
              <a:gd name="connsiteY42" fmla="*/ 1087375 h 4685667"/>
              <a:gd name="connsiteX43" fmla="*/ 1179787 w 1825371"/>
              <a:gd name="connsiteY43" fmla="*/ 1073913 h 4685667"/>
              <a:gd name="connsiteX44" fmla="*/ 1135255 w 1825371"/>
              <a:gd name="connsiteY44" fmla="*/ 1041117 h 4685667"/>
              <a:gd name="connsiteX45" fmla="*/ 939868 w 1825371"/>
              <a:gd name="connsiteY45" fmla="*/ 883702 h 4685667"/>
              <a:gd name="connsiteX46" fmla="*/ 549783 w 1825371"/>
              <a:gd name="connsiteY46" fmla="*/ 496379 h 4685667"/>
              <a:gd name="connsiteX47" fmla="*/ 40947 w 1825371"/>
              <a:gd name="connsiteY47" fmla="*/ 48990 h 4685667"/>
              <a:gd name="connsiteX48" fmla="*/ 5735 w 1825371"/>
              <a:gd name="connsiteY48" fmla="*/ 17231 h 4685667"/>
              <a:gd name="connsiteX49" fmla="*/ 902 w 1825371"/>
              <a:gd name="connsiteY49" fmla="*/ 4114 h 4685667"/>
              <a:gd name="connsiteX50" fmla="*/ 15747 w 1825371"/>
              <a:gd name="connsiteY50" fmla="*/ 1352 h 4685667"/>
              <a:gd name="connsiteX0" fmla="*/ 15747 w 1825371"/>
              <a:gd name="connsiteY0" fmla="*/ 1352 h 4685667"/>
              <a:gd name="connsiteX1" fmla="*/ 83062 w 1825371"/>
              <a:gd name="connsiteY1" fmla="*/ 34837 h 4685667"/>
              <a:gd name="connsiteX2" fmla="*/ 961270 w 1825371"/>
              <a:gd name="connsiteY2" fmla="*/ 755975 h 4685667"/>
              <a:gd name="connsiteX3" fmla="*/ 1239162 w 1825371"/>
              <a:gd name="connsiteY3" fmla="*/ 1001764 h 4685667"/>
              <a:gd name="connsiteX4" fmla="*/ 1276445 w 1825371"/>
              <a:gd name="connsiteY4" fmla="*/ 1025928 h 4685667"/>
              <a:gd name="connsiteX5" fmla="*/ 1316489 w 1825371"/>
              <a:gd name="connsiteY5" fmla="*/ 1009704 h 4685667"/>
              <a:gd name="connsiteX6" fmla="*/ 1345141 w 1825371"/>
              <a:gd name="connsiteY6" fmla="*/ 948602 h 4685667"/>
              <a:gd name="connsiteX7" fmla="*/ 1407624 w 1825371"/>
              <a:gd name="connsiteY7" fmla="*/ 869894 h 4685667"/>
              <a:gd name="connsiteX8" fmla="*/ 1749379 w 1825371"/>
              <a:gd name="connsiteY8" fmla="*/ 590967 h 4685667"/>
              <a:gd name="connsiteX9" fmla="*/ 1808066 w 1825371"/>
              <a:gd name="connsiteY9" fmla="*/ 545399 h 4685667"/>
              <a:gd name="connsiteX10" fmla="*/ 1825326 w 1825371"/>
              <a:gd name="connsiteY10" fmla="*/ 554375 h 4685667"/>
              <a:gd name="connsiteX11" fmla="*/ 1811172 w 1825371"/>
              <a:gd name="connsiteY11" fmla="*/ 590277 h 4685667"/>
              <a:gd name="connsiteX12" fmla="*/ 1721073 w 1825371"/>
              <a:gd name="connsiteY12" fmla="*/ 698326 h 4685667"/>
              <a:gd name="connsiteX13" fmla="*/ 1385877 w 1825371"/>
              <a:gd name="connsiteY13" fmla="*/ 1068389 h 4685667"/>
              <a:gd name="connsiteX14" fmla="*/ 1376211 w 1825371"/>
              <a:gd name="connsiteY14" fmla="*/ 1098421 h 4685667"/>
              <a:gd name="connsiteX15" fmla="*/ 1361366 w 1825371"/>
              <a:gd name="connsiteY15" fmla="*/ 1135359 h 4685667"/>
              <a:gd name="connsiteX16" fmla="*/ 1355153 w 1825371"/>
              <a:gd name="connsiteY16" fmla="*/ 1169879 h 4685667"/>
              <a:gd name="connsiteX17" fmla="*/ 1409696 w 1825371"/>
              <a:gd name="connsiteY17" fmla="*/ 1384253 h 4685667"/>
              <a:gd name="connsiteX18" fmla="*/ 1524994 w 1825371"/>
              <a:gd name="connsiteY18" fmla="*/ 1739817 h 4685667"/>
              <a:gd name="connsiteX19" fmla="*/ 1659971 w 1825371"/>
              <a:gd name="connsiteY19" fmla="*/ 2199288 h 4685667"/>
              <a:gd name="connsiteX20" fmla="*/ 1782864 w 1825371"/>
              <a:gd name="connsiteY20" fmla="*/ 2697077 h 4685667"/>
              <a:gd name="connsiteX21" fmla="*/ 1794257 w 1825371"/>
              <a:gd name="connsiteY21" fmla="*/ 2767845 h 4685667"/>
              <a:gd name="connsiteX22" fmla="*/ 1791840 w 1825371"/>
              <a:gd name="connsiteY22" fmla="*/ 2778202 h 4685667"/>
              <a:gd name="connsiteX23" fmla="*/ 1784245 w 1825371"/>
              <a:gd name="connsiteY23" fmla="*/ 2770607 h 4685667"/>
              <a:gd name="connsiteX24" fmla="*/ 1746617 w 1825371"/>
              <a:gd name="connsiteY24" fmla="*/ 2660831 h 4685667"/>
              <a:gd name="connsiteX25" fmla="*/ 1513602 w 1825371"/>
              <a:gd name="connsiteY25" fmla="*/ 1875484 h 4685667"/>
              <a:gd name="connsiteX26" fmla="*/ 1297158 w 1825371"/>
              <a:gd name="connsiteY26" fmla="*/ 1267919 h 4685667"/>
              <a:gd name="connsiteX27" fmla="*/ 1275064 w 1825371"/>
              <a:gd name="connsiteY27" fmla="*/ 1217173 h 4685667"/>
              <a:gd name="connsiteX28" fmla="*/ 1248483 w 1825371"/>
              <a:gd name="connsiteY28" fmla="*/ 1193353 h 4685667"/>
              <a:gd name="connsiteX29" fmla="*/ 1232949 w 1825371"/>
              <a:gd name="connsiteY29" fmla="*/ 1222351 h 4685667"/>
              <a:gd name="connsiteX30" fmla="*/ 1230877 w 1825371"/>
              <a:gd name="connsiteY30" fmla="*/ 1283108 h 4685667"/>
              <a:gd name="connsiteX31" fmla="*/ 1217106 w 1825371"/>
              <a:gd name="connsiteY31" fmla="*/ 4685667 h 4685667"/>
              <a:gd name="connsiteX32" fmla="*/ 978613 w 1825371"/>
              <a:gd name="connsiteY32" fmla="*/ 4685667 h 4685667"/>
              <a:gd name="connsiteX33" fmla="*/ 1125245 w 1825371"/>
              <a:gd name="connsiteY33" fmla="*/ 1293464 h 4685667"/>
              <a:gd name="connsiteX34" fmla="*/ 1096247 w 1825371"/>
              <a:gd name="connsiteY34" fmla="*/ 1270681 h 4685667"/>
              <a:gd name="connsiteX35" fmla="*/ 984400 w 1825371"/>
              <a:gd name="connsiteY35" fmla="*/ 1242374 h 4685667"/>
              <a:gd name="connsiteX36" fmla="*/ 977149 w 1825371"/>
              <a:gd name="connsiteY36" fmla="*/ 1225458 h 4685667"/>
              <a:gd name="connsiteX37" fmla="*/ 983019 w 1825371"/>
              <a:gd name="connsiteY37" fmla="*/ 1189902 h 4685667"/>
              <a:gd name="connsiteX38" fmla="*/ 1016158 w 1825371"/>
              <a:gd name="connsiteY38" fmla="*/ 1097041 h 4685667"/>
              <a:gd name="connsiteX39" fmla="*/ 1055513 w 1825371"/>
              <a:gd name="connsiteY39" fmla="*/ 1078055 h 4685667"/>
              <a:gd name="connsiteX40" fmla="*/ 1097628 w 1825371"/>
              <a:gd name="connsiteY40" fmla="*/ 1104290 h 4685667"/>
              <a:gd name="connsiteX41" fmla="*/ 1115579 w 1825371"/>
              <a:gd name="connsiteY41" fmla="*/ 1107743 h 4685667"/>
              <a:gd name="connsiteX42" fmla="*/ 1177026 w 1825371"/>
              <a:gd name="connsiteY42" fmla="*/ 1087375 h 4685667"/>
              <a:gd name="connsiteX43" fmla="*/ 1179787 w 1825371"/>
              <a:gd name="connsiteY43" fmla="*/ 1073913 h 4685667"/>
              <a:gd name="connsiteX44" fmla="*/ 1135255 w 1825371"/>
              <a:gd name="connsiteY44" fmla="*/ 1041117 h 4685667"/>
              <a:gd name="connsiteX45" fmla="*/ 939868 w 1825371"/>
              <a:gd name="connsiteY45" fmla="*/ 883702 h 4685667"/>
              <a:gd name="connsiteX46" fmla="*/ 549783 w 1825371"/>
              <a:gd name="connsiteY46" fmla="*/ 496379 h 4685667"/>
              <a:gd name="connsiteX47" fmla="*/ 40947 w 1825371"/>
              <a:gd name="connsiteY47" fmla="*/ 48990 h 4685667"/>
              <a:gd name="connsiteX48" fmla="*/ 5735 w 1825371"/>
              <a:gd name="connsiteY48" fmla="*/ 17231 h 4685667"/>
              <a:gd name="connsiteX49" fmla="*/ 902 w 1825371"/>
              <a:gd name="connsiteY49" fmla="*/ 4114 h 4685667"/>
              <a:gd name="connsiteX50" fmla="*/ 15747 w 1825371"/>
              <a:gd name="connsiteY50" fmla="*/ 1352 h 4685667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78613 w 1825371"/>
              <a:gd name="connsiteY32" fmla="*/ 4685667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98710 w 1825371"/>
              <a:gd name="connsiteY32" fmla="*/ 4695715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98710 w 1825371"/>
              <a:gd name="connsiteY32" fmla="*/ 4695715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825371" h="4705764">
                <a:moveTo>
                  <a:pt x="15747" y="1352"/>
                </a:moveTo>
                <a:cubicBezTo>
                  <a:pt x="40601" y="7565"/>
                  <a:pt x="63040" y="19648"/>
                  <a:pt x="83062" y="34837"/>
                </a:cubicBezTo>
                <a:cubicBezTo>
                  <a:pt x="383392" y="265435"/>
                  <a:pt x="679236" y="502594"/>
                  <a:pt x="961270" y="755975"/>
                </a:cubicBezTo>
                <a:cubicBezTo>
                  <a:pt x="1053096" y="838826"/>
                  <a:pt x="1146302" y="919949"/>
                  <a:pt x="1239162" y="1001764"/>
                </a:cubicBezTo>
                <a:cubicBezTo>
                  <a:pt x="1250209" y="1011775"/>
                  <a:pt x="1262636" y="1020060"/>
                  <a:pt x="1276445" y="1025928"/>
                </a:cubicBezTo>
                <a:cubicBezTo>
                  <a:pt x="1296466" y="1034213"/>
                  <a:pt x="1308204" y="1030070"/>
                  <a:pt x="1316489" y="1009704"/>
                </a:cubicBezTo>
                <a:cubicBezTo>
                  <a:pt x="1325119" y="988991"/>
                  <a:pt x="1335821" y="968968"/>
                  <a:pt x="1345141" y="948602"/>
                </a:cubicBezTo>
                <a:cubicBezTo>
                  <a:pt x="1359640" y="917188"/>
                  <a:pt x="1382079" y="892679"/>
                  <a:pt x="1407624" y="869894"/>
                </a:cubicBezTo>
                <a:cubicBezTo>
                  <a:pt x="1517055" y="771511"/>
                  <a:pt x="1634081" y="682447"/>
                  <a:pt x="1749379" y="590967"/>
                </a:cubicBezTo>
                <a:cubicBezTo>
                  <a:pt x="1768711" y="575432"/>
                  <a:pt x="1788043" y="559898"/>
                  <a:pt x="1808066" y="545399"/>
                </a:cubicBezTo>
                <a:cubicBezTo>
                  <a:pt x="1819802" y="536769"/>
                  <a:pt x="1824634" y="539875"/>
                  <a:pt x="1825326" y="554375"/>
                </a:cubicBezTo>
                <a:cubicBezTo>
                  <a:pt x="1826015" y="568528"/>
                  <a:pt x="1818766" y="579575"/>
                  <a:pt x="1811172" y="590277"/>
                </a:cubicBezTo>
                <a:cubicBezTo>
                  <a:pt x="1783900" y="628594"/>
                  <a:pt x="1751451" y="662770"/>
                  <a:pt x="1721073" y="698326"/>
                </a:cubicBezTo>
                <a:cubicBezTo>
                  <a:pt x="1613023" y="825017"/>
                  <a:pt x="1503592" y="950328"/>
                  <a:pt x="1385877" y="1068389"/>
                </a:cubicBezTo>
                <a:cubicBezTo>
                  <a:pt x="1376900" y="1077364"/>
                  <a:pt x="1378626" y="1088411"/>
                  <a:pt x="1376211" y="1098421"/>
                </a:cubicBezTo>
                <a:cubicBezTo>
                  <a:pt x="1373449" y="1111885"/>
                  <a:pt x="1370342" y="1124658"/>
                  <a:pt x="1361366" y="1135359"/>
                </a:cubicBezTo>
                <a:cubicBezTo>
                  <a:pt x="1352736" y="1145370"/>
                  <a:pt x="1352736" y="1157798"/>
                  <a:pt x="1355153" y="1169879"/>
                </a:cubicBezTo>
                <a:cubicBezTo>
                  <a:pt x="1369651" y="1242374"/>
                  <a:pt x="1391054" y="1312796"/>
                  <a:pt x="1409696" y="1384253"/>
                </a:cubicBezTo>
                <a:cubicBezTo>
                  <a:pt x="1440764" y="1505076"/>
                  <a:pt x="1484260" y="1622102"/>
                  <a:pt x="1524994" y="1739817"/>
                </a:cubicBezTo>
                <a:cubicBezTo>
                  <a:pt x="1577466" y="1890674"/>
                  <a:pt x="1615785" y="2046016"/>
                  <a:pt x="1659971" y="2199288"/>
                </a:cubicBezTo>
                <a:cubicBezTo>
                  <a:pt x="1707264" y="2363607"/>
                  <a:pt x="1746273" y="2529998"/>
                  <a:pt x="1782864" y="2697077"/>
                </a:cubicBezTo>
                <a:cubicBezTo>
                  <a:pt x="1788043" y="2720207"/>
                  <a:pt x="1790460" y="2744026"/>
                  <a:pt x="1794257" y="2767845"/>
                </a:cubicBezTo>
                <a:cubicBezTo>
                  <a:pt x="1794947" y="2771643"/>
                  <a:pt x="1797364" y="2776822"/>
                  <a:pt x="1791840" y="2778202"/>
                </a:cubicBezTo>
                <a:cubicBezTo>
                  <a:pt x="1786662" y="2779583"/>
                  <a:pt x="1785626" y="2774405"/>
                  <a:pt x="1784245" y="2770607"/>
                </a:cubicBezTo>
                <a:cubicBezTo>
                  <a:pt x="1770437" y="2734360"/>
                  <a:pt x="1756975" y="2698113"/>
                  <a:pt x="1746617" y="2660831"/>
                </a:cubicBezTo>
                <a:cubicBezTo>
                  <a:pt x="1673779" y="2397784"/>
                  <a:pt x="1595762" y="2136116"/>
                  <a:pt x="1513602" y="1875484"/>
                </a:cubicBezTo>
                <a:cubicBezTo>
                  <a:pt x="1448704" y="1670431"/>
                  <a:pt x="1380007" y="1466759"/>
                  <a:pt x="1297158" y="1267919"/>
                </a:cubicBezTo>
                <a:cubicBezTo>
                  <a:pt x="1289909" y="1251004"/>
                  <a:pt x="1282659" y="1234089"/>
                  <a:pt x="1275064" y="1217173"/>
                </a:cubicBezTo>
                <a:cubicBezTo>
                  <a:pt x="1269541" y="1205436"/>
                  <a:pt x="1260911" y="1191628"/>
                  <a:pt x="1248483" y="1193353"/>
                </a:cubicBezTo>
                <a:cubicBezTo>
                  <a:pt x="1238128" y="1194734"/>
                  <a:pt x="1235711" y="1211649"/>
                  <a:pt x="1232949" y="1222351"/>
                </a:cubicBezTo>
                <a:cubicBezTo>
                  <a:pt x="1228115" y="1242374"/>
                  <a:pt x="1229843" y="1262740"/>
                  <a:pt x="1230877" y="1283108"/>
                </a:cubicBezTo>
                <a:cubicBezTo>
                  <a:pt x="1226287" y="2417294"/>
                  <a:pt x="1231744" y="3571578"/>
                  <a:pt x="1227154" y="4705764"/>
                </a:cubicBezTo>
                <a:lnTo>
                  <a:pt x="998710" y="4695715"/>
                </a:lnTo>
                <a:cubicBezTo>
                  <a:pt x="1020244" y="4110251"/>
                  <a:pt x="1098940" y="1865978"/>
                  <a:pt x="1125245" y="1293464"/>
                </a:cubicBezTo>
                <a:cubicBezTo>
                  <a:pt x="1126970" y="1262740"/>
                  <a:pt x="1124553" y="1258943"/>
                  <a:pt x="1096247" y="1270681"/>
                </a:cubicBezTo>
                <a:cubicBezTo>
                  <a:pt x="1050679" y="1289666"/>
                  <a:pt x="1018575" y="1263776"/>
                  <a:pt x="984400" y="1242374"/>
                </a:cubicBezTo>
                <a:cubicBezTo>
                  <a:pt x="979221" y="1238921"/>
                  <a:pt x="977841" y="1232017"/>
                  <a:pt x="977149" y="1225458"/>
                </a:cubicBezTo>
                <a:cubicBezTo>
                  <a:pt x="976115" y="1213030"/>
                  <a:pt x="978530" y="1200949"/>
                  <a:pt x="983019" y="1189902"/>
                </a:cubicBezTo>
                <a:cubicBezTo>
                  <a:pt x="995792" y="1159523"/>
                  <a:pt x="1005457" y="1128109"/>
                  <a:pt x="1016158" y="1097041"/>
                </a:cubicBezTo>
                <a:cubicBezTo>
                  <a:pt x="1022717" y="1078055"/>
                  <a:pt x="1036181" y="1071841"/>
                  <a:pt x="1055513" y="1078055"/>
                </a:cubicBezTo>
                <a:cubicBezTo>
                  <a:pt x="1071737" y="1082887"/>
                  <a:pt x="1084855" y="1093934"/>
                  <a:pt x="1097628" y="1104290"/>
                </a:cubicBezTo>
                <a:cubicBezTo>
                  <a:pt x="1103496" y="1108779"/>
                  <a:pt x="1107983" y="1110504"/>
                  <a:pt x="1115579" y="1107743"/>
                </a:cubicBezTo>
                <a:cubicBezTo>
                  <a:pt x="1135945" y="1100147"/>
                  <a:pt x="1156313" y="1093589"/>
                  <a:pt x="1177026" y="1087375"/>
                </a:cubicBezTo>
                <a:cubicBezTo>
                  <a:pt x="1187726" y="1084268"/>
                  <a:pt x="1185655" y="1080126"/>
                  <a:pt x="1179787" y="1073913"/>
                </a:cubicBezTo>
                <a:cubicBezTo>
                  <a:pt x="1166668" y="1060449"/>
                  <a:pt x="1151134" y="1050438"/>
                  <a:pt x="1135255" y="1041117"/>
                </a:cubicBezTo>
                <a:cubicBezTo>
                  <a:pt x="1062417" y="998311"/>
                  <a:pt x="998207" y="944460"/>
                  <a:pt x="939868" y="883702"/>
                </a:cubicBezTo>
                <a:cubicBezTo>
                  <a:pt x="813177" y="751488"/>
                  <a:pt x="683379" y="622035"/>
                  <a:pt x="549783" y="496379"/>
                </a:cubicBezTo>
                <a:cubicBezTo>
                  <a:pt x="385809" y="341382"/>
                  <a:pt x="211479" y="197084"/>
                  <a:pt x="40947" y="48990"/>
                </a:cubicBezTo>
                <a:cubicBezTo>
                  <a:pt x="28864" y="38635"/>
                  <a:pt x="17472" y="27933"/>
                  <a:pt x="5735" y="17231"/>
                </a:cubicBezTo>
                <a:cubicBezTo>
                  <a:pt x="2283" y="13780"/>
                  <a:pt x="-1859" y="9292"/>
                  <a:pt x="902" y="4114"/>
                </a:cubicBezTo>
                <a:cubicBezTo>
                  <a:pt x="4009" y="-1755"/>
                  <a:pt x="10568" y="-29"/>
                  <a:pt x="15747" y="1352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226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52FCF1B-F1CF-41E9-84C6-9D8022AAF358}"/>
              </a:ext>
            </a:extLst>
          </p:cNvPr>
          <p:cNvSpPr/>
          <p:nvPr/>
        </p:nvSpPr>
        <p:spPr>
          <a:xfrm>
            <a:off x="1394134" y="5094017"/>
            <a:ext cx="698917" cy="1801790"/>
          </a:xfrm>
          <a:custGeom>
            <a:avLst/>
            <a:gdLst>
              <a:gd name="connsiteX0" fmla="*/ 15747 w 1825371"/>
              <a:gd name="connsiteY0" fmla="*/ 1352 h 3047785"/>
              <a:gd name="connsiteX1" fmla="*/ 83062 w 1825371"/>
              <a:gd name="connsiteY1" fmla="*/ 34837 h 3047785"/>
              <a:gd name="connsiteX2" fmla="*/ 961270 w 1825371"/>
              <a:gd name="connsiteY2" fmla="*/ 755975 h 3047785"/>
              <a:gd name="connsiteX3" fmla="*/ 1239162 w 1825371"/>
              <a:gd name="connsiteY3" fmla="*/ 1001764 h 3047785"/>
              <a:gd name="connsiteX4" fmla="*/ 1276445 w 1825371"/>
              <a:gd name="connsiteY4" fmla="*/ 1025928 h 3047785"/>
              <a:gd name="connsiteX5" fmla="*/ 1316489 w 1825371"/>
              <a:gd name="connsiteY5" fmla="*/ 1009704 h 3047785"/>
              <a:gd name="connsiteX6" fmla="*/ 1345141 w 1825371"/>
              <a:gd name="connsiteY6" fmla="*/ 948602 h 3047785"/>
              <a:gd name="connsiteX7" fmla="*/ 1407624 w 1825371"/>
              <a:gd name="connsiteY7" fmla="*/ 869894 h 3047785"/>
              <a:gd name="connsiteX8" fmla="*/ 1749379 w 1825371"/>
              <a:gd name="connsiteY8" fmla="*/ 590967 h 3047785"/>
              <a:gd name="connsiteX9" fmla="*/ 1808066 w 1825371"/>
              <a:gd name="connsiteY9" fmla="*/ 545399 h 3047785"/>
              <a:gd name="connsiteX10" fmla="*/ 1825326 w 1825371"/>
              <a:gd name="connsiteY10" fmla="*/ 554375 h 3047785"/>
              <a:gd name="connsiteX11" fmla="*/ 1811172 w 1825371"/>
              <a:gd name="connsiteY11" fmla="*/ 590277 h 3047785"/>
              <a:gd name="connsiteX12" fmla="*/ 1721073 w 1825371"/>
              <a:gd name="connsiteY12" fmla="*/ 698326 h 3047785"/>
              <a:gd name="connsiteX13" fmla="*/ 1385877 w 1825371"/>
              <a:gd name="connsiteY13" fmla="*/ 1068389 h 3047785"/>
              <a:gd name="connsiteX14" fmla="*/ 1376211 w 1825371"/>
              <a:gd name="connsiteY14" fmla="*/ 1098421 h 3047785"/>
              <a:gd name="connsiteX15" fmla="*/ 1361366 w 1825371"/>
              <a:gd name="connsiteY15" fmla="*/ 1135359 h 3047785"/>
              <a:gd name="connsiteX16" fmla="*/ 1355153 w 1825371"/>
              <a:gd name="connsiteY16" fmla="*/ 1169879 h 3047785"/>
              <a:gd name="connsiteX17" fmla="*/ 1409696 w 1825371"/>
              <a:gd name="connsiteY17" fmla="*/ 1384253 h 3047785"/>
              <a:gd name="connsiteX18" fmla="*/ 1524994 w 1825371"/>
              <a:gd name="connsiteY18" fmla="*/ 1739817 h 3047785"/>
              <a:gd name="connsiteX19" fmla="*/ 1659971 w 1825371"/>
              <a:gd name="connsiteY19" fmla="*/ 2199288 h 3047785"/>
              <a:gd name="connsiteX20" fmla="*/ 1782864 w 1825371"/>
              <a:gd name="connsiteY20" fmla="*/ 2697077 h 3047785"/>
              <a:gd name="connsiteX21" fmla="*/ 1794257 w 1825371"/>
              <a:gd name="connsiteY21" fmla="*/ 2767845 h 3047785"/>
              <a:gd name="connsiteX22" fmla="*/ 1791840 w 1825371"/>
              <a:gd name="connsiteY22" fmla="*/ 2778202 h 3047785"/>
              <a:gd name="connsiteX23" fmla="*/ 1784245 w 1825371"/>
              <a:gd name="connsiteY23" fmla="*/ 2770607 h 3047785"/>
              <a:gd name="connsiteX24" fmla="*/ 1746617 w 1825371"/>
              <a:gd name="connsiteY24" fmla="*/ 2660831 h 3047785"/>
              <a:gd name="connsiteX25" fmla="*/ 1513602 w 1825371"/>
              <a:gd name="connsiteY25" fmla="*/ 1875484 h 3047785"/>
              <a:gd name="connsiteX26" fmla="*/ 1297158 w 1825371"/>
              <a:gd name="connsiteY26" fmla="*/ 1267919 h 3047785"/>
              <a:gd name="connsiteX27" fmla="*/ 1275064 w 1825371"/>
              <a:gd name="connsiteY27" fmla="*/ 1217173 h 3047785"/>
              <a:gd name="connsiteX28" fmla="*/ 1248483 w 1825371"/>
              <a:gd name="connsiteY28" fmla="*/ 1193353 h 3047785"/>
              <a:gd name="connsiteX29" fmla="*/ 1232949 w 1825371"/>
              <a:gd name="connsiteY29" fmla="*/ 1222351 h 3047785"/>
              <a:gd name="connsiteX30" fmla="*/ 1230877 w 1825371"/>
              <a:gd name="connsiteY30" fmla="*/ 1283108 h 3047785"/>
              <a:gd name="connsiteX31" fmla="*/ 1243305 w 1825371"/>
              <a:gd name="connsiteY31" fmla="*/ 1522336 h 3047785"/>
              <a:gd name="connsiteX32" fmla="*/ 1261256 w 1825371"/>
              <a:gd name="connsiteY32" fmla="*/ 1854772 h 3047785"/>
              <a:gd name="connsiteX33" fmla="*/ 1272647 w 1825371"/>
              <a:gd name="connsiteY33" fmla="*/ 2086061 h 3047785"/>
              <a:gd name="connsiteX34" fmla="*/ 1288528 w 1825371"/>
              <a:gd name="connsiteY34" fmla="*/ 2674639 h 3047785"/>
              <a:gd name="connsiteX35" fmla="*/ 1297493 w 1825371"/>
              <a:gd name="connsiteY35" fmla="*/ 3047785 h 3047785"/>
              <a:gd name="connsiteX36" fmla="*/ 1048951 w 1825371"/>
              <a:gd name="connsiteY36" fmla="*/ 3047785 h 3047785"/>
              <a:gd name="connsiteX37" fmla="*/ 1053441 w 1825371"/>
              <a:gd name="connsiteY37" fmla="*/ 2920082 h 3047785"/>
              <a:gd name="connsiteX38" fmla="*/ 1066213 w 1825371"/>
              <a:gd name="connsiteY38" fmla="*/ 2573839 h 3047785"/>
              <a:gd name="connsiteX39" fmla="*/ 1077951 w 1825371"/>
              <a:gd name="connsiteY39" fmla="*/ 2236916 h 3047785"/>
              <a:gd name="connsiteX40" fmla="*/ 1093485 w 1825371"/>
              <a:gd name="connsiteY40" fmla="*/ 1882733 h 3047785"/>
              <a:gd name="connsiteX41" fmla="*/ 1107983 w 1825371"/>
              <a:gd name="connsiteY41" fmla="*/ 1608293 h 3047785"/>
              <a:gd name="connsiteX42" fmla="*/ 1125245 w 1825371"/>
              <a:gd name="connsiteY42" fmla="*/ 1293464 h 3047785"/>
              <a:gd name="connsiteX43" fmla="*/ 1096247 w 1825371"/>
              <a:gd name="connsiteY43" fmla="*/ 1270681 h 3047785"/>
              <a:gd name="connsiteX44" fmla="*/ 984400 w 1825371"/>
              <a:gd name="connsiteY44" fmla="*/ 1242374 h 3047785"/>
              <a:gd name="connsiteX45" fmla="*/ 977149 w 1825371"/>
              <a:gd name="connsiteY45" fmla="*/ 1225458 h 3047785"/>
              <a:gd name="connsiteX46" fmla="*/ 983019 w 1825371"/>
              <a:gd name="connsiteY46" fmla="*/ 1189902 h 3047785"/>
              <a:gd name="connsiteX47" fmla="*/ 1016158 w 1825371"/>
              <a:gd name="connsiteY47" fmla="*/ 1097041 h 3047785"/>
              <a:gd name="connsiteX48" fmla="*/ 1055513 w 1825371"/>
              <a:gd name="connsiteY48" fmla="*/ 1078055 h 3047785"/>
              <a:gd name="connsiteX49" fmla="*/ 1097628 w 1825371"/>
              <a:gd name="connsiteY49" fmla="*/ 1104290 h 3047785"/>
              <a:gd name="connsiteX50" fmla="*/ 1115579 w 1825371"/>
              <a:gd name="connsiteY50" fmla="*/ 1107743 h 3047785"/>
              <a:gd name="connsiteX51" fmla="*/ 1177026 w 1825371"/>
              <a:gd name="connsiteY51" fmla="*/ 1087375 h 3047785"/>
              <a:gd name="connsiteX52" fmla="*/ 1179787 w 1825371"/>
              <a:gd name="connsiteY52" fmla="*/ 1073913 h 3047785"/>
              <a:gd name="connsiteX53" fmla="*/ 1135255 w 1825371"/>
              <a:gd name="connsiteY53" fmla="*/ 1041117 h 3047785"/>
              <a:gd name="connsiteX54" fmla="*/ 939868 w 1825371"/>
              <a:gd name="connsiteY54" fmla="*/ 883702 h 3047785"/>
              <a:gd name="connsiteX55" fmla="*/ 549783 w 1825371"/>
              <a:gd name="connsiteY55" fmla="*/ 496379 h 3047785"/>
              <a:gd name="connsiteX56" fmla="*/ 40947 w 1825371"/>
              <a:gd name="connsiteY56" fmla="*/ 48990 h 3047785"/>
              <a:gd name="connsiteX57" fmla="*/ 5735 w 1825371"/>
              <a:gd name="connsiteY57" fmla="*/ 17231 h 3047785"/>
              <a:gd name="connsiteX58" fmla="*/ 902 w 1825371"/>
              <a:gd name="connsiteY58" fmla="*/ 4114 h 3047785"/>
              <a:gd name="connsiteX59" fmla="*/ 15747 w 1825371"/>
              <a:gd name="connsiteY59" fmla="*/ 1352 h 3047785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88528 w 1825371"/>
              <a:gd name="connsiteY34" fmla="*/ 2674639 h 4705763"/>
              <a:gd name="connsiteX35" fmla="*/ 1297493 w 1825371"/>
              <a:gd name="connsiteY35" fmla="*/ 3047785 h 4705763"/>
              <a:gd name="connsiteX36" fmla="*/ 938419 w 1825371"/>
              <a:gd name="connsiteY36" fmla="*/ 4705763 h 4705763"/>
              <a:gd name="connsiteX37" fmla="*/ 1053441 w 1825371"/>
              <a:gd name="connsiteY37" fmla="*/ 2920082 h 4705763"/>
              <a:gd name="connsiteX38" fmla="*/ 1066213 w 1825371"/>
              <a:gd name="connsiteY38" fmla="*/ 2573839 h 4705763"/>
              <a:gd name="connsiteX39" fmla="*/ 1077951 w 1825371"/>
              <a:gd name="connsiteY39" fmla="*/ 2236916 h 4705763"/>
              <a:gd name="connsiteX40" fmla="*/ 1093485 w 1825371"/>
              <a:gd name="connsiteY40" fmla="*/ 1882733 h 4705763"/>
              <a:gd name="connsiteX41" fmla="*/ 1107983 w 1825371"/>
              <a:gd name="connsiteY41" fmla="*/ 1608293 h 4705763"/>
              <a:gd name="connsiteX42" fmla="*/ 1125245 w 1825371"/>
              <a:gd name="connsiteY42" fmla="*/ 1293464 h 4705763"/>
              <a:gd name="connsiteX43" fmla="*/ 1096247 w 1825371"/>
              <a:gd name="connsiteY43" fmla="*/ 1270681 h 4705763"/>
              <a:gd name="connsiteX44" fmla="*/ 984400 w 1825371"/>
              <a:gd name="connsiteY44" fmla="*/ 1242374 h 4705763"/>
              <a:gd name="connsiteX45" fmla="*/ 977149 w 1825371"/>
              <a:gd name="connsiteY45" fmla="*/ 1225458 h 4705763"/>
              <a:gd name="connsiteX46" fmla="*/ 983019 w 1825371"/>
              <a:gd name="connsiteY46" fmla="*/ 1189902 h 4705763"/>
              <a:gd name="connsiteX47" fmla="*/ 1016158 w 1825371"/>
              <a:gd name="connsiteY47" fmla="*/ 1097041 h 4705763"/>
              <a:gd name="connsiteX48" fmla="*/ 1055513 w 1825371"/>
              <a:gd name="connsiteY48" fmla="*/ 1078055 h 4705763"/>
              <a:gd name="connsiteX49" fmla="*/ 1097628 w 1825371"/>
              <a:gd name="connsiteY49" fmla="*/ 1104290 h 4705763"/>
              <a:gd name="connsiteX50" fmla="*/ 1115579 w 1825371"/>
              <a:gd name="connsiteY50" fmla="*/ 1107743 h 4705763"/>
              <a:gd name="connsiteX51" fmla="*/ 1177026 w 1825371"/>
              <a:gd name="connsiteY51" fmla="*/ 1087375 h 4705763"/>
              <a:gd name="connsiteX52" fmla="*/ 1179787 w 1825371"/>
              <a:gd name="connsiteY52" fmla="*/ 1073913 h 4705763"/>
              <a:gd name="connsiteX53" fmla="*/ 1135255 w 1825371"/>
              <a:gd name="connsiteY53" fmla="*/ 1041117 h 4705763"/>
              <a:gd name="connsiteX54" fmla="*/ 939868 w 1825371"/>
              <a:gd name="connsiteY54" fmla="*/ 883702 h 4705763"/>
              <a:gd name="connsiteX55" fmla="*/ 549783 w 1825371"/>
              <a:gd name="connsiteY55" fmla="*/ 496379 h 4705763"/>
              <a:gd name="connsiteX56" fmla="*/ 40947 w 1825371"/>
              <a:gd name="connsiteY56" fmla="*/ 48990 h 4705763"/>
              <a:gd name="connsiteX57" fmla="*/ 5735 w 1825371"/>
              <a:gd name="connsiteY57" fmla="*/ 17231 h 4705763"/>
              <a:gd name="connsiteX58" fmla="*/ 902 w 1825371"/>
              <a:gd name="connsiteY58" fmla="*/ 4114 h 4705763"/>
              <a:gd name="connsiteX59" fmla="*/ 15747 w 1825371"/>
              <a:gd name="connsiteY59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88528 w 1825371"/>
              <a:gd name="connsiteY34" fmla="*/ 2674639 h 4705763"/>
              <a:gd name="connsiteX35" fmla="*/ 1297493 w 1825371"/>
              <a:gd name="connsiteY35" fmla="*/ 4685667 h 4705763"/>
              <a:gd name="connsiteX36" fmla="*/ 938419 w 1825371"/>
              <a:gd name="connsiteY36" fmla="*/ 4705763 h 4705763"/>
              <a:gd name="connsiteX37" fmla="*/ 1053441 w 1825371"/>
              <a:gd name="connsiteY37" fmla="*/ 2920082 h 4705763"/>
              <a:gd name="connsiteX38" fmla="*/ 1066213 w 1825371"/>
              <a:gd name="connsiteY38" fmla="*/ 2573839 h 4705763"/>
              <a:gd name="connsiteX39" fmla="*/ 1077951 w 1825371"/>
              <a:gd name="connsiteY39" fmla="*/ 2236916 h 4705763"/>
              <a:gd name="connsiteX40" fmla="*/ 1093485 w 1825371"/>
              <a:gd name="connsiteY40" fmla="*/ 1882733 h 4705763"/>
              <a:gd name="connsiteX41" fmla="*/ 1107983 w 1825371"/>
              <a:gd name="connsiteY41" fmla="*/ 1608293 h 4705763"/>
              <a:gd name="connsiteX42" fmla="*/ 1125245 w 1825371"/>
              <a:gd name="connsiteY42" fmla="*/ 1293464 h 4705763"/>
              <a:gd name="connsiteX43" fmla="*/ 1096247 w 1825371"/>
              <a:gd name="connsiteY43" fmla="*/ 1270681 h 4705763"/>
              <a:gd name="connsiteX44" fmla="*/ 984400 w 1825371"/>
              <a:gd name="connsiteY44" fmla="*/ 1242374 h 4705763"/>
              <a:gd name="connsiteX45" fmla="*/ 977149 w 1825371"/>
              <a:gd name="connsiteY45" fmla="*/ 1225458 h 4705763"/>
              <a:gd name="connsiteX46" fmla="*/ 983019 w 1825371"/>
              <a:gd name="connsiteY46" fmla="*/ 1189902 h 4705763"/>
              <a:gd name="connsiteX47" fmla="*/ 1016158 w 1825371"/>
              <a:gd name="connsiteY47" fmla="*/ 1097041 h 4705763"/>
              <a:gd name="connsiteX48" fmla="*/ 1055513 w 1825371"/>
              <a:gd name="connsiteY48" fmla="*/ 1078055 h 4705763"/>
              <a:gd name="connsiteX49" fmla="*/ 1097628 w 1825371"/>
              <a:gd name="connsiteY49" fmla="*/ 1104290 h 4705763"/>
              <a:gd name="connsiteX50" fmla="*/ 1115579 w 1825371"/>
              <a:gd name="connsiteY50" fmla="*/ 1107743 h 4705763"/>
              <a:gd name="connsiteX51" fmla="*/ 1177026 w 1825371"/>
              <a:gd name="connsiteY51" fmla="*/ 1087375 h 4705763"/>
              <a:gd name="connsiteX52" fmla="*/ 1179787 w 1825371"/>
              <a:gd name="connsiteY52" fmla="*/ 1073913 h 4705763"/>
              <a:gd name="connsiteX53" fmla="*/ 1135255 w 1825371"/>
              <a:gd name="connsiteY53" fmla="*/ 1041117 h 4705763"/>
              <a:gd name="connsiteX54" fmla="*/ 939868 w 1825371"/>
              <a:gd name="connsiteY54" fmla="*/ 883702 h 4705763"/>
              <a:gd name="connsiteX55" fmla="*/ 549783 w 1825371"/>
              <a:gd name="connsiteY55" fmla="*/ 496379 h 4705763"/>
              <a:gd name="connsiteX56" fmla="*/ 40947 w 1825371"/>
              <a:gd name="connsiteY56" fmla="*/ 48990 h 4705763"/>
              <a:gd name="connsiteX57" fmla="*/ 5735 w 1825371"/>
              <a:gd name="connsiteY57" fmla="*/ 17231 h 4705763"/>
              <a:gd name="connsiteX58" fmla="*/ 902 w 1825371"/>
              <a:gd name="connsiteY58" fmla="*/ 4114 h 4705763"/>
              <a:gd name="connsiteX59" fmla="*/ 15747 w 1825371"/>
              <a:gd name="connsiteY59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72647 w 1825371"/>
              <a:gd name="connsiteY33" fmla="*/ 2086061 h 4705763"/>
              <a:gd name="connsiteX34" fmla="*/ 1297493 w 1825371"/>
              <a:gd name="connsiteY34" fmla="*/ 4685667 h 4705763"/>
              <a:gd name="connsiteX35" fmla="*/ 938419 w 1825371"/>
              <a:gd name="connsiteY35" fmla="*/ 4705763 h 4705763"/>
              <a:gd name="connsiteX36" fmla="*/ 1053441 w 1825371"/>
              <a:gd name="connsiteY36" fmla="*/ 2920082 h 4705763"/>
              <a:gd name="connsiteX37" fmla="*/ 1066213 w 1825371"/>
              <a:gd name="connsiteY37" fmla="*/ 2573839 h 4705763"/>
              <a:gd name="connsiteX38" fmla="*/ 1077951 w 1825371"/>
              <a:gd name="connsiteY38" fmla="*/ 2236916 h 4705763"/>
              <a:gd name="connsiteX39" fmla="*/ 1093485 w 1825371"/>
              <a:gd name="connsiteY39" fmla="*/ 1882733 h 4705763"/>
              <a:gd name="connsiteX40" fmla="*/ 1107983 w 1825371"/>
              <a:gd name="connsiteY40" fmla="*/ 1608293 h 4705763"/>
              <a:gd name="connsiteX41" fmla="*/ 1125245 w 1825371"/>
              <a:gd name="connsiteY41" fmla="*/ 1293464 h 4705763"/>
              <a:gd name="connsiteX42" fmla="*/ 1096247 w 1825371"/>
              <a:gd name="connsiteY42" fmla="*/ 1270681 h 4705763"/>
              <a:gd name="connsiteX43" fmla="*/ 984400 w 1825371"/>
              <a:gd name="connsiteY43" fmla="*/ 1242374 h 4705763"/>
              <a:gd name="connsiteX44" fmla="*/ 977149 w 1825371"/>
              <a:gd name="connsiteY44" fmla="*/ 1225458 h 4705763"/>
              <a:gd name="connsiteX45" fmla="*/ 983019 w 1825371"/>
              <a:gd name="connsiteY45" fmla="*/ 1189902 h 4705763"/>
              <a:gd name="connsiteX46" fmla="*/ 1016158 w 1825371"/>
              <a:gd name="connsiteY46" fmla="*/ 1097041 h 4705763"/>
              <a:gd name="connsiteX47" fmla="*/ 1055513 w 1825371"/>
              <a:gd name="connsiteY47" fmla="*/ 1078055 h 4705763"/>
              <a:gd name="connsiteX48" fmla="*/ 1097628 w 1825371"/>
              <a:gd name="connsiteY48" fmla="*/ 1104290 h 4705763"/>
              <a:gd name="connsiteX49" fmla="*/ 1115579 w 1825371"/>
              <a:gd name="connsiteY49" fmla="*/ 1107743 h 4705763"/>
              <a:gd name="connsiteX50" fmla="*/ 1177026 w 1825371"/>
              <a:gd name="connsiteY50" fmla="*/ 1087375 h 4705763"/>
              <a:gd name="connsiteX51" fmla="*/ 1179787 w 1825371"/>
              <a:gd name="connsiteY51" fmla="*/ 1073913 h 4705763"/>
              <a:gd name="connsiteX52" fmla="*/ 1135255 w 1825371"/>
              <a:gd name="connsiteY52" fmla="*/ 1041117 h 4705763"/>
              <a:gd name="connsiteX53" fmla="*/ 939868 w 1825371"/>
              <a:gd name="connsiteY53" fmla="*/ 883702 h 4705763"/>
              <a:gd name="connsiteX54" fmla="*/ 549783 w 1825371"/>
              <a:gd name="connsiteY54" fmla="*/ 496379 h 4705763"/>
              <a:gd name="connsiteX55" fmla="*/ 40947 w 1825371"/>
              <a:gd name="connsiteY55" fmla="*/ 48990 h 4705763"/>
              <a:gd name="connsiteX56" fmla="*/ 5735 w 1825371"/>
              <a:gd name="connsiteY56" fmla="*/ 17231 h 4705763"/>
              <a:gd name="connsiteX57" fmla="*/ 902 w 1825371"/>
              <a:gd name="connsiteY57" fmla="*/ 4114 h 4705763"/>
              <a:gd name="connsiteX58" fmla="*/ 15747 w 1825371"/>
              <a:gd name="connsiteY58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61256 w 1825371"/>
              <a:gd name="connsiteY32" fmla="*/ 1854772 h 4705763"/>
              <a:gd name="connsiteX33" fmla="*/ 1297493 w 1825371"/>
              <a:gd name="connsiteY33" fmla="*/ 4685667 h 4705763"/>
              <a:gd name="connsiteX34" fmla="*/ 938419 w 1825371"/>
              <a:gd name="connsiteY34" fmla="*/ 4705763 h 4705763"/>
              <a:gd name="connsiteX35" fmla="*/ 1053441 w 1825371"/>
              <a:gd name="connsiteY35" fmla="*/ 2920082 h 4705763"/>
              <a:gd name="connsiteX36" fmla="*/ 1066213 w 1825371"/>
              <a:gd name="connsiteY36" fmla="*/ 2573839 h 4705763"/>
              <a:gd name="connsiteX37" fmla="*/ 1077951 w 1825371"/>
              <a:gd name="connsiteY37" fmla="*/ 2236916 h 4705763"/>
              <a:gd name="connsiteX38" fmla="*/ 1093485 w 1825371"/>
              <a:gd name="connsiteY38" fmla="*/ 1882733 h 4705763"/>
              <a:gd name="connsiteX39" fmla="*/ 1107983 w 1825371"/>
              <a:gd name="connsiteY39" fmla="*/ 1608293 h 4705763"/>
              <a:gd name="connsiteX40" fmla="*/ 1125245 w 1825371"/>
              <a:gd name="connsiteY40" fmla="*/ 1293464 h 4705763"/>
              <a:gd name="connsiteX41" fmla="*/ 1096247 w 1825371"/>
              <a:gd name="connsiteY41" fmla="*/ 1270681 h 4705763"/>
              <a:gd name="connsiteX42" fmla="*/ 984400 w 1825371"/>
              <a:gd name="connsiteY42" fmla="*/ 1242374 h 4705763"/>
              <a:gd name="connsiteX43" fmla="*/ 977149 w 1825371"/>
              <a:gd name="connsiteY43" fmla="*/ 1225458 h 4705763"/>
              <a:gd name="connsiteX44" fmla="*/ 983019 w 1825371"/>
              <a:gd name="connsiteY44" fmla="*/ 1189902 h 4705763"/>
              <a:gd name="connsiteX45" fmla="*/ 1016158 w 1825371"/>
              <a:gd name="connsiteY45" fmla="*/ 1097041 h 4705763"/>
              <a:gd name="connsiteX46" fmla="*/ 1055513 w 1825371"/>
              <a:gd name="connsiteY46" fmla="*/ 1078055 h 4705763"/>
              <a:gd name="connsiteX47" fmla="*/ 1097628 w 1825371"/>
              <a:gd name="connsiteY47" fmla="*/ 1104290 h 4705763"/>
              <a:gd name="connsiteX48" fmla="*/ 1115579 w 1825371"/>
              <a:gd name="connsiteY48" fmla="*/ 1107743 h 4705763"/>
              <a:gd name="connsiteX49" fmla="*/ 1177026 w 1825371"/>
              <a:gd name="connsiteY49" fmla="*/ 1087375 h 4705763"/>
              <a:gd name="connsiteX50" fmla="*/ 1179787 w 1825371"/>
              <a:gd name="connsiteY50" fmla="*/ 1073913 h 4705763"/>
              <a:gd name="connsiteX51" fmla="*/ 1135255 w 1825371"/>
              <a:gd name="connsiteY51" fmla="*/ 1041117 h 4705763"/>
              <a:gd name="connsiteX52" fmla="*/ 939868 w 1825371"/>
              <a:gd name="connsiteY52" fmla="*/ 883702 h 4705763"/>
              <a:gd name="connsiteX53" fmla="*/ 549783 w 1825371"/>
              <a:gd name="connsiteY53" fmla="*/ 496379 h 4705763"/>
              <a:gd name="connsiteX54" fmla="*/ 40947 w 1825371"/>
              <a:gd name="connsiteY54" fmla="*/ 48990 h 4705763"/>
              <a:gd name="connsiteX55" fmla="*/ 5735 w 1825371"/>
              <a:gd name="connsiteY55" fmla="*/ 17231 h 4705763"/>
              <a:gd name="connsiteX56" fmla="*/ 902 w 1825371"/>
              <a:gd name="connsiteY56" fmla="*/ 4114 h 4705763"/>
              <a:gd name="connsiteX57" fmla="*/ 15747 w 1825371"/>
              <a:gd name="connsiteY57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43305 w 1825371"/>
              <a:gd name="connsiteY31" fmla="*/ 1522336 h 4705763"/>
              <a:gd name="connsiteX32" fmla="*/ 1297493 w 1825371"/>
              <a:gd name="connsiteY32" fmla="*/ 4685667 h 4705763"/>
              <a:gd name="connsiteX33" fmla="*/ 938419 w 1825371"/>
              <a:gd name="connsiteY33" fmla="*/ 4705763 h 4705763"/>
              <a:gd name="connsiteX34" fmla="*/ 1053441 w 1825371"/>
              <a:gd name="connsiteY34" fmla="*/ 2920082 h 4705763"/>
              <a:gd name="connsiteX35" fmla="*/ 1066213 w 1825371"/>
              <a:gd name="connsiteY35" fmla="*/ 2573839 h 4705763"/>
              <a:gd name="connsiteX36" fmla="*/ 1077951 w 1825371"/>
              <a:gd name="connsiteY36" fmla="*/ 2236916 h 4705763"/>
              <a:gd name="connsiteX37" fmla="*/ 1093485 w 1825371"/>
              <a:gd name="connsiteY37" fmla="*/ 1882733 h 4705763"/>
              <a:gd name="connsiteX38" fmla="*/ 1107983 w 1825371"/>
              <a:gd name="connsiteY38" fmla="*/ 1608293 h 4705763"/>
              <a:gd name="connsiteX39" fmla="*/ 1125245 w 1825371"/>
              <a:gd name="connsiteY39" fmla="*/ 1293464 h 4705763"/>
              <a:gd name="connsiteX40" fmla="*/ 1096247 w 1825371"/>
              <a:gd name="connsiteY40" fmla="*/ 1270681 h 4705763"/>
              <a:gd name="connsiteX41" fmla="*/ 984400 w 1825371"/>
              <a:gd name="connsiteY41" fmla="*/ 1242374 h 4705763"/>
              <a:gd name="connsiteX42" fmla="*/ 977149 w 1825371"/>
              <a:gd name="connsiteY42" fmla="*/ 1225458 h 4705763"/>
              <a:gd name="connsiteX43" fmla="*/ 983019 w 1825371"/>
              <a:gd name="connsiteY43" fmla="*/ 1189902 h 4705763"/>
              <a:gd name="connsiteX44" fmla="*/ 1016158 w 1825371"/>
              <a:gd name="connsiteY44" fmla="*/ 1097041 h 4705763"/>
              <a:gd name="connsiteX45" fmla="*/ 1055513 w 1825371"/>
              <a:gd name="connsiteY45" fmla="*/ 1078055 h 4705763"/>
              <a:gd name="connsiteX46" fmla="*/ 1097628 w 1825371"/>
              <a:gd name="connsiteY46" fmla="*/ 1104290 h 4705763"/>
              <a:gd name="connsiteX47" fmla="*/ 1115579 w 1825371"/>
              <a:gd name="connsiteY47" fmla="*/ 1107743 h 4705763"/>
              <a:gd name="connsiteX48" fmla="*/ 1177026 w 1825371"/>
              <a:gd name="connsiteY48" fmla="*/ 1087375 h 4705763"/>
              <a:gd name="connsiteX49" fmla="*/ 1179787 w 1825371"/>
              <a:gd name="connsiteY49" fmla="*/ 1073913 h 4705763"/>
              <a:gd name="connsiteX50" fmla="*/ 1135255 w 1825371"/>
              <a:gd name="connsiteY50" fmla="*/ 1041117 h 4705763"/>
              <a:gd name="connsiteX51" fmla="*/ 939868 w 1825371"/>
              <a:gd name="connsiteY51" fmla="*/ 883702 h 4705763"/>
              <a:gd name="connsiteX52" fmla="*/ 549783 w 1825371"/>
              <a:gd name="connsiteY52" fmla="*/ 496379 h 4705763"/>
              <a:gd name="connsiteX53" fmla="*/ 40947 w 1825371"/>
              <a:gd name="connsiteY53" fmla="*/ 48990 h 4705763"/>
              <a:gd name="connsiteX54" fmla="*/ 5735 w 1825371"/>
              <a:gd name="connsiteY54" fmla="*/ 17231 h 4705763"/>
              <a:gd name="connsiteX55" fmla="*/ 902 w 1825371"/>
              <a:gd name="connsiteY55" fmla="*/ 4114 h 4705763"/>
              <a:gd name="connsiteX56" fmla="*/ 15747 w 1825371"/>
              <a:gd name="connsiteY56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093485 w 1825371"/>
              <a:gd name="connsiteY36" fmla="*/ 1882733 h 4705763"/>
              <a:gd name="connsiteX37" fmla="*/ 1107983 w 1825371"/>
              <a:gd name="connsiteY37" fmla="*/ 1608293 h 4705763"/>
              <a:gd name="connsiteX38" fmla="*/ 1125245 w 1825371"/>
              <a:gd name="connsiteY38" fmla="*/ 1293464 h 4705763"/>
              <a:gd name="connsiteX39" fmla="*/ 1096247 w 1825371"/>
              <a:gd name="connsiteY39" fmla="*/ 1270681 h 4705763"/>
              <a:gd name="connsiteX40" fmla="*/ 984400 w 1825371"/>
              <a:gd name="connsiteY40" fmla="*/ 1242374 h 4705763"/>
              <a:gd name="connsiteX41" fmla="*/ 977149 w 1825371"/>
              <a:gd name="connsiteY41" fmla="*/ 1225458 h 4705763"/>
              <a:gd name="connsiteX42" fmla="*/ 983019 w 1825371"/>
              <a:gd name="connsiteY42" fmla="*/ 1189902 h 4705763"/>
              <a:gd name="connsiteX43" fmla="*/ 1016158 w 1825371"/>
              <a:gd name="connsiteY43" fmla="*/ 1097041 h 4705763"/>
              <a:gd name="connsiteX44" fmla="*/ 1055513 w 1825371"/>
              <a:gd name="connsiteY44" fmla="*/ 1078055 h 4705763"/>
              <a:gd name="connsiteX45" fmla="*/ 1097628 w 1825371"/>
              <a:gd name="connsiteY45" fmla="*/ 1104290 h 4705763"/>
              <a:gd name="connsiteX46" fmla="*/ 1115579 w 1825371"/>
              <a:gd name="connsiteY46" fmla="*/ 1107743 h 4705763"/>
              <a:gd name="connsiteX47" fmla="*/ 1177026 w 1825371"/>
              <a:gd name="connsiteY47" fmla="*/ 1087375 h 4705763"/>
              <a:gd name="connsiteX48" fmla="*/ 1179787 w 1825371"/>
              <a:gd name="connsiteY48" fmla="*/ 1073913 h 4705763"/>
              <a:gd name="connsiteX49" fmla="*/ 1135255 w 1825371"/>
              <a:gd name="connsiteY49" fmla="*/ 1041117 h 4705763"/>
              <a:gd name="connsiteX50" fmla="*/ 939868 w 1825371"/>
              <a:gd name="connsiteY50" fmla="*/ 883702 h 4705763"/>
              <a:gd name="connsiteX51" fmla="*/ 549783 w 1825371"/>
              <a:gd name="connsiteY51" fmla="*/ 496379 h 4705763"/>
              <a:gd name="connsiteX52" fmla="*/ 40947 w 1825371"/>
              <a:gd name="connsiteY52" fmla="*/ 48990 h 4705763"/>
              <a:gd name="connsiteX53" fmla="*/ 5735 w 1825371"/>
              <a:gd name="connsiteY53" fmla="*/ 17231 h 4705763"/>
              <a:gd name="connsiteX54" fmla="*/ 902 w 1825371"/>
              <a:gd name="connsiteY54" fmla="*/ 4114 h 4705763"/>
              <a:gd name="connsiteX55" fmla="*/ 15747 w 1825371"/>
              <a:gd name="connsiteY55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093485 w 1825371"/>
              <a:gd name="connsiteY36" fmla="*/ 1882733 h 4705763"/>
              <a:gd name="connsiteX37" fmla="*/ 1125245 w 1825371"/>
              <a:gd name="connsiteY37" fmla="*/ 1293464 h 4705763"/>
              <a:gd name="connsiteX38" fmla="*/ 1096247 w 1825371"/>
              <a:gd name="connsiteY38" fmla="*/ 1270681 h 4705763"/>
              <a:gd name="connsiteX39" fmla="*/ 984400 w 1825371"/>
              <a:gd name="connsiteY39" fmla="*/ 1242374 h 4705763"/>
              <a:gd name="connsiteX40" fmla="*/ 977149 w 1825371"/>
              <a:gd name="connsiteY40" fmla="*/ 1225458 h 4705763"/>
              <a:gd name="connsiteX41" fmla="*/ 983019 w 1825371"/>
              <a:gd name="connsiteY41" fmla="*/ 1189902 h 4705763"/>
              <a:gd name="connsiteX42" fmla="*/ 1016158 w 1825371"/>
              <a:gd name="connsiteY42" fmla="*/ 1097041 h 4705763"/>
              <a:gd name="connsiteX43" fmla="*/ 1055513 w 1825371"/>
              <a:gd name="connsiteY43" fmla="*/ 1078055 h 4705763"/>
              <a:gd name="connsiteX44" fmla="*/ 1097628 w 1825371"/>
              <a:gd name="connsiteY44" fmla="*/ 1104290 h 4705763"/>
              <a:gd name="connsiteX45" fmla="*/ 1115579 w 1825371"/>
              <a:gd name="connsiteY45" fmla="*/ 1107743 h 4705763"/>
              <a:gd name="connsiteX46" fmla="*/ 1177026 w 1825371"/>
              <a:gd name="connsiteY46" fmla="*/ 1087375 h 4705763"/>
              <a:gd name="connsiteX47" fmla="*/ 1179787 w 1825371"/>
              <a:gd name="connsiteY47" fmla="*/ 1073913 h 4705763"/>
              <a:gd name="connsiteX48" fmla="*/ 1135255 w 1825371"/>
              <a:gd name="connsiteY48" fmla="*/ 1041117 h 4705763"/>
              <a:gd name="connsiteX49" fmla="*/ 939868 w 1825371"/>
              <a:gd name="connsiteY49" fmla="*/ 883702 h 4705763"/>
              <a:gd name="connsiteX50" fmla="*/ 549783 w 1825371"/>
              <a:gd name="connsiteY50" fmla="*/ 496379 h 4705763"/>
              <a:gd name="connsiteX51" fmla="*/ 40947 w 1825371"/>
              <a:gd name="connsiteY51" fmla="*/ 48990 h 4705763"/>
              <a:gd name="connsiteX52" fmla="*/ 5735 w 1825371"/>
              <a:gd name="connsiteY52" fmla="*/ 17231 h 4705763"/>
              <a:gd name="connsiteX53" fmla="*/ 902 w 1825371"/>
              <a:gd name="connsiteY53" fmla="*/ 4114 h 4705763"/>
              <a:gd name="connsiteX54" fmla="*/ 15747 w 1825371"/>
              <a:gd name="connsiteY54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077951 w 1825371"/>
              <a:gd name="connsiteY35" fmla="*/ 2236916 h 4705763"/>
              <a:gd name="connsiteX36" fmla="*/ 1125245 w 1825371"/>
              <a:gd name="connsiteY36" fmla="*/ 1293464 h 4705763"/>
              <a:gd name="connsiteX37" fmla="*/ 1096247 w 1825371"/>
              <a:gd name="connsiteY37" fmla="*/ 1270681 h 4705763"/>
              <a:gd name="connsiteX38" fmla="*/ 984400 w 1825371"/>
              <a:gd name="connsiteY38" fmla="*/ 1242374 h 4705763"/>
              <a:gd name="connsiteX39" fmla="*/ 977149 w 1825371"/>
              <a:gd name="connsiteY39" fmla="*/ 1225458 h 4705763"/>
              <a:gd name="connsiteX40" fmla="*/ 983019 w 1825371"/>
              <a:gd name="connsiteY40" fmla="*/ 1189902 h 4705763"/>
              <a:gd name="connsiteX41" fmla="*/ 1016158 w 1825371"/>
              <a:gd name="connsiteY41" fmla="*/ 1097041 h 4705763"/>
              <a:gd name="connsiteX42" fmla="*/ 1055513 w 1825371"/>
              <a:gd name="connsiteY42" fmla="*/ 1078055 h 4705763"/>
              <a:gd name="connsiteX43" fmla="*/ 1097628 w 1825371"/>
              <a:gd name="connsiteY43" fmla="*/ 1104290 h 4705763"/>
              <a:gd name="connsiteX44" fmla="*/ 1115579 w 1825371"/>
              <a:gd name="connsiteY44" fmla="*/ 1107743 h 4705763"/>
              <a:gd name="connsiteX45" fmla="*/ 1177026 w 1825371"/>
              <a:gd name="connsiteY45" fmla="*/ 1087375 h 4705763"/>
              <a:gd name="connsiteX46" fmla="*/ 1179787 w 1825371"/>
              <a:gd name="connsiteY46" fmla="*/ 1073913 h 4705763"/>
              <a:gd name="connsiteX47" fmla="*/ 1135255 w 1825371"/>
              <a:gd name="connsiteY47" fmla="*/ 1041117 h 4705763"/>
              <a:gd name="connsiteX48" fmla="*/ 939868 w 1825371"/>
              <a:gd name="connsiteY48" fmla="*/ 883702 h 4705763"/>
              <a:gd name="connsiteX49" fmla="*/ 549783 w 1825371"/>
              <a:gd name="connsiteY49" fmla="*/ 496379 h 4705763"/>
              <a:gd name="connsiteX50" fmla="*/ 40947 w 1825371"/>
              <a:gd name="connsiteY50" fmla="*/ 48990 h 4705763"/>
              <a:gd name="connsiteX51" fmla="*/ 5735 w 1825371"/>
              <a:gd name="connsiteY51" fmla="*/ 17231 h 4705763"/>
              <a:gd name="connsiteX52" fmla="*/ 902 w 1825371"/>
              <a:gd name="connsiteY52" fmla="*/ 4114 h 4705763"/>
              <a:gd name="connsiteX53" fmla="*/ 15747 w 1825371"/>
              <a:gd name="connsiteY53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066213 w 1825371"/>
              <a:gd name="connsiteY34" fmla="*/ 2573839 h 4705763"/>
              <a:gd name="connsiteX35" fmla="*/ 1125245 w 1825371"/>
              <a:gd name="connsiteY35" fmla="*/ 1293464 h 4705763"/>
              <a:gd name="connsiteX36" fmla="*/ 1096247 w 1825371"/>
              <a:gd name="connsiteY36" fmla="*/ 1270681 h 4705763"/>
              <a:gd name="connsiteX37" fmla="*/ 984400 w 1825371"/>
              <a:gd name="connsiteY37" fmla="*/ 1242374 h 4705763"/>
              <a:gd name="connsiteX38" fmla="*/ 977149 w 1825371"/>
              <a:gd name="connsiteY38" fmla="*/ 1225458 h 4705763"/>
              <a:gd name="connsiteX39" fmla="*/ 983019 w 1825371"/>
              <a:gd name="connsiteY39" fmla="*/ 1189902 h 4705763"/>
              <a:gd name="connsiteX40" fmla="*/ 1016158 w 1825371"/>
              <a:gd name="connsiteY40" fmla="*/ 1097041 h 4705763"/>
              <a:gd name="connsiteX41" fmla="*/ 1055513 w 1825371"/>
              <a:gd name="connsiteY41" fmla="*/ 1078055 h 4705763"/>
              <a:gd name="connsiteX42" fmla="*/ 1097628 w 1825371"/>
              <a:gd name="connsiteY42" fmla="*/ 1104290 h 4705763"/>
              <a:gd name="connsiteX43" fmla="*/ 1115579 w 1825371"/>
              <a:gd name="connsiteY43" fmla="*/ 1107743 h 4705763"/>
              <a:gd name="connsiteX44" fmla="*/ 1177026 w 1825371"/>
              <a:gd name="connsiteY44" fmla="*/ 1087375 h 4705763"/>
              <a:gd name="connsiteX45" fmla="*/ 1179787 w 1825371"/>
              <a:gd name="connsiteY45" fmla="*/ 1073913 h 4705763"/>
              <a:gd name="connsiteX46" fmla="*/ 1135255 w 1825371"/>
              <a:gd name="connsiteY46" fmla="*/ 1041117 h 4705763"/>
              <a:gd name="connsiteX47" fmla="*/ 939868 w 1825371"/>
              <a:gd name="connsiteY47" fmla="*/ 883702 h 4705763"/>
              <a:gd name="connsiteX48" fmla="*/ 549783 w 1825371"/>
              <a:gd name="connsiteY48" fmla="*/ 496379 h 4705763"/>
              <a:gd name="connsiteX49" fmla="*/ 40947 w 1825371"/>
              <a:gd name="connsiteY49" fmla="*/ 48990 h 4705763"/>
              <a:gd name="connsiteX50" fmla="*/ 5735 w 1825371"/>
              <a:gd name="connsiteY50" fmla="*/ 17231 h 4705763"/>
              <a:gd name="connsiteX51" fmla="*/ 902 w 1825371"/>
              <a:gd name="connsiteY51" fmla="*/ 4114 h 4705763"/>
              <a:gd name="connsiteX52" fmla="*/ 15747 w 1825371"/>
              <a:gd name="connsiteY52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053441 w 1825371"/>
              <a:gd name="connsiteY33" fmla="*/ 2920082 h 4705763"/>
              <a:gd name="connsiteX34" fmla="*/ 1125245 w 1825371"/>
              <a:gd name="connsiteY34" fmla="*/ 1293464 h 4705763"/>
              <a:gd name="connsiteX35" fmla="*/ 1096247 w 1825371"/>
              <a:gd name="connsiteY35" fmla="*/ 1270681 h 4705763"/>
              <a:gd name="connsiteX36" fmla="*/ 984400 w 1825371"/>
              <a:gd name="connsiteY36" fmla="*/ 1242374 h 4705763"/>
              <a:gd name="connsiteX37" fmla="*/ 977149 w 1825371"/>
              <a:gd name="connsiteY37" fmla="*/ 1225458 h 4705763"/>
              <a:gd name="connsiteX38" fmla="*/ 983019 w 1825371"/>
              <a:gd name="connsiteY38" fmla="*/ 1189902 h 4705763"/>
              <a:gd name="connsiteX39" fmla="*/ 1016158 w 1825371"/>
              <a:gd name="connsiteY39" fmla="*/ 1097041 h 4705763"/>
              <a:gd name="connsiteX40" fmla="*/ 1055513 w 1825371"/>
              <a:gd name="connsiteY40" fmla="*/ 1078055 h 4705763"/>
              <a:gd name="connsiteX41" fmla="*/ 1097628 w 1825371"/>
              <a:gd name="connsiteY41" fmla="*/ 1104290 h 4705763"/>
              <a:gd name="connsiteX42" fmla="*/ 1115579 w 1825371"/>
              <a:gd name="connsiteY42" fmla="*/ 1107743 h 4705763"/>
              <a:gd name="connsiteX43" fmla="*/ 1177026 w 1825371"/>
              <a:gd name="connsiteY43" fmla="*/ 1087375 h 4705763"/>
              <a:gd name="connsiteX44" fmla="*/ 1179787 w 1825371"/>
              <a:gd name="connsiteY44" fmla="*/ 1073913 h 4705763"/>
              <a:gd name="connsiteX45" fmla="*/ 1135255 w 1825371"/>
              <a:gd name="connsiteY45" fmla="*/ 1041117 h 4705763"/>
              <a:gd name="connsiteX46" fmla="*/ 939868 w 1825371"/>
              <a:gd name="connsiteY46" fmla="*/ 883702 h 4705763"/>
              <a:gd name="connsiteX47" fmla="*/ 549783 w 1825371"/>
              <a:gd name="connsiteY47" fmla="*/ 496379 h 4705763"/>
              <a:gd name="connsiteX48" fmla="*/ 40947 w 1825371"/>
              <a:gd name="connsiteY48" fmla="*/ 48990 h 4705763"/>
              <a:gd name="connsiteX49" fmla="*/ 5735 w 1825371"/>
              <a:gd name="connsiteY49" fmla="*/ 17231 h 4705763"/>
              <a:gd name="connsiteX50" fmla="*/ 902 w 1825371"/>
              <a:gd name="connsiteY50" fmla="*/ 4114 h 4705763"/>
              <a:gd name="connsiteX51" fmla="*/ 15747 w 1825371"/>
              <a:gd name="connsiteY51" fmla="*/ 1352 h 4705763"/>
              <a:gd name="connsiteX0" fmla="*/ 15747 w 1825371"/>
              <a:gd name="connsiteY0" fmla="*/ 1352 h 4705763"/>
              <a:gd name="connsiteX1" fmla="*/ 83062 w 1825371"/>
              <a:gd name="connsiteY1" fmla="*/ 34837 h 4705763"/>
              <a:gd name="connsiteX2" fmla="*/ 961270 w 1825371"/>
              <a:gd name="connsiteY2" fmla="*/ 755975 h 4705763"/>
              <a:gd name="connsiteX3" fmla="*/ 1239162 w 1825371"/>
              <a:gd name="connsiteY3" fmla="*/ 1001764 h 4705763"/>
              <a:gd name="connsiteX4" fmla="*/ 1276445 w 1825371"/>
              <a:gd name="connsiteY4" fmla="*/ 1025928 h 4705763"/>
              <a:gd name="connsiteX5" fmla="*/ 1316489 w 1825371"/>
              <a:gd name="connsiteY5" fmla="*/ 1009704 h 4705763"/>
              <a:gd name="connsiteX6" fmla="*/ 1345141 w 1825371"/>
              <a:gd name="connsiteY6" fmla="*/ 948602 h 4705763"/>
              <a:gd name="connsiteX7" fmla="*/ 1407624 w 1825371"/>
              <a:gd name="connsiteY7" fmla="*/ 869894 h 4705763"/>
              <a:gd name="connsiteX8" fmla="*/ 1749379 w 1825371"/>
              <a:gd name="connsiteY8" fmla="*/ 590967 h 4705763"/>
              <a:gd name="connsiteX9" fmla="*/ 1808066 w 1825371"/>
              <a:gd name="connsiteY9" fmla="*/ 545399 h 4705763"/>
              <a:gd name="connsiteX10" fmla="*/ 1825326 w 1825371"/>
              <a:gd name="connsiteY10" fmla="*/ 554375 h 4705763"/>
              <a:gd name="connsiteX11" fmla="*/ 1811172 w 1825371"/>
              <a:gd name="connsiteY11" fmla="*/ 590277 h 4705763"/>
              <a:gd name="connsiteX12" fmla="*/ 1721073 w 1825371"/>
              <a:gd name="connsiteY12" fmla="*/ 698326 h 4705763"/>
              <a:gd name="connsiteX13" fmla="*/ 1385877 w 1825371"/>
              <a:gd name="connsiteY13" fmla="*/ 1068389 h 4705763"/>
              <a:gd name="connsiteX14" fmla="*/ 1376211 w 1825371"/>
              <a:gd name="connsiteY14" fmla="*/ 1098421 h 4705763"/>
              <a:gd name="connsiteX15" fmla="*/ 1361366 w 1825371"/>
              <a:gd name="connsiteY15" fmla="*/ 1135359 h 4705763"/>
              <a:gd name="connsiteX16" fmla="*/ 1355153 w 1825371"/>
              <a:gd name="connsiteY16" fmla="*/ 1169879 h 4705763"/>
              <a:gd name="connsiteX17" fmla="*/ 1409696 w 1825371"/>
              <a:gd name="connsiteY17" fmla="*/ 1384253 h 4705763"/>
              <a:gd name="connsiteX18" fmla="*/ 1524994 w 1825371"/>
              <a:gd name="connsiteY18" fmla="*/ 1739817 h 4705763"/>
              <a:gd name="connsiteX19" fmla="*/ 1659971 w 1825371"/>
              <a:gd name="connsiteY19" fmla="*/ 2199288 h 4705763"/>
              <a:gd name="connsiteX20" fmla="*/ 1782864 w 1825371"/>
              <a:gd name="connsiteY20" fmla="*/ 2697077 h 4705763"/>
              <a:gd name="connsiteX21" fmla="*/ 1794257 w 1825371"/>
              <a:gd name="connsiteY21" fmla="*/ 2767845 h 4705763"/>
              <a:gd name="connsiteX22" fmla="*/ 1791840 w 1825371"/>
              <a:gd name="connsiteY22" fmla="*/ 2778202 h 4705763"/>
              <a:gd name="connsiteX23" fmla="*/ 1784245 w 1825371"/>
              <a:gd name="connsiteY23" fmla="*/ 2770607 h 4705763"/>
              <a:gd name="connsiteX24" fmla="*/ 1746617 w 1825371"/>
              <a:gd name="connsiteY24" fmla="*/ 2660831 h 4705763"/>
              <a:gd name="connsiteX25" fmla="*/ 1513602 w 1825371"/>
              <a:gd name="connsiteY25" fmla="*/ 1875484 h 4705763"/>
              <a:gd name="connsiteX26" fmla="*/ 1297158 w 1825371"/>
              <a:gd name="connsiteY26" fmla="*/ 1267919 h 4705763"/>
              <a:gd name="connsiteX27" fmla="*/ 1275064 w 1825371"/>
              <a:gd name="connsiteY27" fmla="*/ 1217173 h 4705763"/>
              <a:gd name="connsiteX28" fmla="*/ 1248483 w 1825371"/>
              <a:gd name="connsiteY28" fmla="*/ 1193353 h 4705763"/>
              <a:gd name="connsiteX29" fmla="*/ 1232949 w 1825371"/>
              <a:gd name="connsiteY29" fmla="*/ 1222351 h 4705763"/>
              <a:gd name="connsiteX30" fmla="*/ 1230877 w 1825371"/>
              <a:gd name="connsiteY30" fmla="*/ 1283108 h 4705763"/>
              <a:gd name="connsiteX31" fmla="*/ 1297493 w 1825371"/>
              <a:gd name="connsiteY31" fmla="*/ 4685667 h 4705763"/>
              <a:gd name="connsiteX32" fmla="*/ 938419 w 1825371"/>
              <a:gd name="connsiteY32" fmla="*/ 4705763 h 4705763"/>
              <a:gd name="connsiteX33" fmla="*/ 1125245 w 1825371"/>
              <a:gd name="connsiteY33" fmla="*/ 1293464 h 4705763"/>
              <a:gd name="connsiteX34" fmla="*/ 1096247 w 1825371"/>
              <a:gd name="connsiteY34" fmla="*/ 1270681 h 4705763"/>
              <a:gd name="connsiteX35" fmla="*/ 984400 w 1825371"/>
              <a:gd name="connsiteY35" fmla="*/ 1242374 h 4705763"/>
              <a:gd name="connsiteX36" fmla="*/ 977149 w 1825371"/>
              <a:gd name="connsiteY36" fmla="*/ 1225458 h 4705763"/>
              <a:gd name="connsiteX37" fmla="*/ 983019 w 1825371"/>
              <a:gd name="connsiteY37" fmla="*/ 1189902 h 4705763"/>
              <a:gd name="connsiteX38" fmla="*/ 1016158 w 1825371"/>
              <a:gd name="connsiteY38" fmla="*/ 1097041 h 4705763"/>
              <a:gd name="connsiteX39" fmla="*/ 1055513 w 1825371"/>
              <a:gd name="connsiteY39" fmla="*/ 1078055 h 4705763"/>
              <a:gd name="connsiteX40" fmla="*/ 1097628 w 1825371"/>
              <a:gd name="connsiteY40" fmla="*/ 1104290 h 4705763"/>
              <a:gd name="connsiteX41" fmla="*/ 1115579 w 1825371"/>
              <a:gd name="connsiteY41" fmla="*/ 1107743 h 4705763"/>
              <a:gd name="connsiteX42" fmla="*/ 1177026 w 1825371"/>
              <a:gd name="connsiteY42" fmla="*/ 1087375 h 4705763"/>
              <a:gd name="connsiteX43" fmla="*/ 1179787 w 1825371"/>
              <a:gd name="connsiteY43" fmla="*/ 1073913 h 4705763"/>
              <a:gd name="connsiteX44" fmla="*/ 1135255 w 1825371"/>
              <a:gd name="connsiteY44" fmla="*/ 1041117 h 4705763"/>
              <a:gd name="connsiteX45" fmla="*/ 939868 w 1825371"/>
              <a:gd name="connsiteY45" fmla="*/ 883702 h 4705763"/>
              <a:gd name="connsiteX46" fmla="*/ 549783 w 1825371"/>
              <a:gd name="connsiteY46" fmla="*/ 496379 h 4705763"/>
              <a:gd name="connsiteX47" fmla="*/ 40947 w 1825371"/>
              <a:gd name="connsiteY47" fmla="*/ 48990 h 4705763"/>
              <a:gd name="connsiteX48" fmla="*/ 5735 w 1825371"/>
              <a:gd name="connsiteY48" fmla="*/ 17231 h 4705763"/>
              <a:gd name="connsiteX49" fmla="*/ 902 w 1825371"/>
              <a:gd name="connsiteY49" fmla="*/ 4114 h 4705763"/>
              <a:gd name="connsiteX50" fmla="*/ 15747 w 1825371"/>
              <a:gd name="connsiteY50" fmla="*/ 1352 h 4705763"/>
              <a:gd name="connsiteX0" fmla="*/ 15747 w 1825371"/>
              <a:gd name="connsiteY0" fmla="*/ 1352 h 4685667"/>
              <a:gd name="connsiteX1" fmla="*/ 83062 w 1825371"/>
              <a:gd name="connsiteY1" fmla="*/ 34837 h 4685667"/>
              <a:gd name="connsiteX2" fmla="*/ 961270 w 1825371"/>
              <a:gd name="connsiteY2" fmla="*/ 755975 h 4685667"/>
              <a:gd name="connsiteX3" fmla="*/ 1239162 w 1825371"/>
              <a:gd name="connsiteY3" fmla="*/ 1001764 h 4685667"/>
              <a:gd name="connsiteX4" fmla="*/ 1276445 w 1825371"/>
              <a:gd name="connsiteY4" fmla="*/ 1025928 h 4685667"/>
              <a:gd name="connsiteX5" fmla="*/ 1316489 w 1825371"/>
              <a:gd name="connsiteY5" fmla="*/ 1009704 h 4685667"/>
              <a:gd name="connsiteX6" fmla="*/ 1345141 w 1825371"/>
              <a:gd name="connsiteY6" fmla="*/ 948602 h 4685667"/>
              <a:gd name="connsiteX7" fmla="*/ 1407624 w 1825371"/>
              <a:gd name="connsiteY7" fmla="*/ 869894 h 4685667"/>
              <a:gd name="connsiteX8" fmla="*/ 1749379 w 1825371"/>
              <a:gd name="connsiteY8" fmla="*/ 590967 h 4685667"/>
              <a:gd name="connsiteX9" fmla="*/ 1808066 w 1825371"/>
              <a:gd name="connsiteY9" fmla="*/ 545399 h 4685667"/>
              <a:gd name="connsiteX10" fmla="*/ 1825326 w 1825371"/>
              <a:gd name="connsiteY10" fmla="*/ 554375 h 4685667"/>
              <a:gd name="connsiteX11" fmla="*/ 1811172 w 1825371"/>
              <a:gd name="connsiteY11" fmla="*/ 590277 h 4685667"/>
              <a:gd name="connsiteX12" fmla="*/ 1721073 w 1825371"/>
              <a:gd name="connsiteY12" fmla="*/ 698326 h 4685667"/>
              <a:gd name="connsiteX13" fmla="*/ 1385877 w 1825371"/>
              <a:gd name="connsiteY13" fmla="*/ 1068389 h 4685667"/>
              <a:gd name="connsiteX14" fmla="*/ 1376211 w 1825371"/>
              <a:gd name="connsiteY14" fmla="*/ 1098421 h 4685667"/>
              <a:gd name="connsiteX15" fmla="*/ 1361366 w 1825371"/>
              <a:gd name="connsiteY15" fmla="*/ 1135359 h 4685667"/>
              <a:gd name="connsiteX16" fmla="*/ 1355153 w 1825371"/>
              <a:gd name="connsiteY16" fmla="*/ 1169879 h 4685667"/>
              <a:gd name="connsiteX17" fmla="*/ 1409696 w 1825371"/>
              <a:gd name="connsiteY17" fmla="*/ 1384253 h 4685667"/>
              <a:gd name="connsiteX18" fmla="*/ 1524994 w 1825371"/>
              <a:gd name="connsiteY18" fmla="*/ 1739817 h 4685667"/>
              <a:gd name="connsiteX19" fmla="*/ 1659971 w 1825371"/>
              <a:gd name="connsiteY19" fmla="*/ 2199288 h 4685667"/>
              <a:gd name="connsiteX20" fmla="*/ 1782864 w 1825371"/>
              <a:gd name="connsiteY20" fmla="*/ 2697077 h 4685667"/>
              <a:gd name="connsiteX21" fmla="*/ 1794257 w 1825371"/>
              <a:gd name="connsiteY21" fmla="*/ 2767845 h 4685667"/>
              <a:gd name="connsiteX22" fmla="*/ 1791840 w 1825371"/>
              <a:gd name="connsiteY22" fmla="*/ 2778202 h 4685667"/>
              <a:gd name="connsiteX23" fmla="*/ 1784245 w 1825371"/>
              <a:gd name="connsiteY23" fmla="*/ 2770607 h 4685667"/>
              <a:gd name="connsiteX24" fmla="*/ 1746617 w 1825371"/>
              <a:gd name="connsiteY24" fmla="*/ 2660831 h 4685667"/>
              <a:gd name="connsiteX25" fmla="*/ 1513602 w 1825371"/>
              <a:gd name="connsiteY25" fmla="*/ 1875484 h 4685667"/>
              <a:gd name="connsiteX26" fmla="*/ 1297158 w 1825371"/>
              <a:gd name="connsiteY26" fmla="*/ 1267919 h 4685667"/>
              <a:gd name="connsiteX27" fmla="*/ 1275064 w 1825371"/>
              <a:gd name="connsiteY27" fmla="*/ 1217173 h 4685667"/>
              <a:gd name="connsiteX28" fmla="*/ 1248483 w 1825371"/>
              <a:gd name="connsiteY28" fmla="*/ 1193353 h 4685667"/>
              <a:gd name="connsiteX29" fmla="*/ 1232949 w 1825371"/>
              <a:gd name="connsiteY29" fmla="*/ 1222351 h 4685667"/>
              <a:gd name="connsiteX30" fmla="*/ 1230877 w 1825371"/>
              <a:gd name="connsiteY30" fmla="*/ 1283108 h 4685667"/>
              <a:gd name="connsiteX31" fmla="*/ 1297493 w 1825371"/>
              <a:gd name="connsiteY31" fmla="*/ 4685667 h 4685667"/>
              <a:gd name="connsiteX32" fmla="*/ 978613 w 1825371"/>
              <a:gd name="connsiteY32" fmla="*/ 4685667 h 4685667"/>
              <a:gd name="connsiteX33" fmla="*/ 1125245 w 1825371"/>
              <a:gd name="connsiteY33" fmla="*/ 1293464 h 4685667"/>
              <a:gd name="connsiteX34" fmla="*/ 1096247 w 1825371"/>
              <a:gd name="connsiteY34" fmla="*/ 1270681 h 4685667"/>
              <a:gd name="connsiteX35" fmla="*/ 984400 w 1825371"/>
              <a:gd name="connsiteY35" fmla="*/ 1242374 h 4685667"/>
              <a:gd name="connsiteX36" fmla="*/ 977149 w 1825371"/>
              <a:gd name="connsiteY36" fmla="*/ 1225458 h 4685667"/>
              <a:gd name="connsiteX37" fmla="*/ 983019 w 1825371"/>
              <a:gd name="connsiteY37" fmla="*/ 1189902 h 4685667"/>
              <a:gd name="connsiteX38" fmla="*/ 1016158 w 1825371"/>
              <a:gd name="connsiteY38" fmla="*/ 1097041 h 4685667"/>
              <a:gd name="connsiteX39" fmla="*/ 1055513 w 1825371"/>
              <a:gd name="connsiteY39" fmla="*/ 1078055 h 4685667"/>
              <a:gd name="connsiteX40" fmla="*/ 1097628 w 1825371"/>
              <a:gd name="connsiteY40" fmla="*/ 1104290 h 4685667"/>
              <a:gd name="connsiteX41" fmla="*/ 1115579 w 1825371"/>
              <a:gd name="connsiteY41" fmla="*/ 1107743 h 4685667"/>
              <a:gd name="connsiteX42" fmla="*/ 1177026 w 1825371"/>
              <a:gd name="connsiteY42" fmla="*/ 1087375 h 4685667"/>
              <a:gd name="connsiteX43" fmla="*/ 1179787 w 1825371"/>
              <a:gd name="connsiteY43" fmla="*/ 1073913 h 4685667"/>
              <a:gd name="connsiteX44" fmla="*/ 1135255 w 1825371"/>
              <a:gd name="connsiteY44" fmla="*/ 1041117 h 4685667"/>
              <a:gd name="connsiteX45" fmla="*/ 939868 w 1825371"/>
              <a:gd name="connsiteY45" fmla="*/ 883702 h 4685667"/>
              <a:gd name="connsiteX46" fmla="*/ 549783 w 1825371"/>
              <a:gd name="connsiteY46" fmla="*/ 496379 h 4685667"/>
              <a:gd name="connsiteX47" fmla="*/ 40947 w 1825371"/>
              <a:gd name="connsiteY47" fmla="*/ 48990 h 4685667"/>
              <a:gd name="connsiteX48" fmla="*/ 5735 w 1825371"/>
              <a:gd name="connsiteY48" fmla="*/ 17231 h 4685667"/>
              <a:gd name="connsiteX49" fmla="*/ 902 w 1825371"/>
              <a:gd name="connsiteY49" fmla="*/ 4114 h 4685667"/>
              <a:gd name="connsiteX50" fmla="*/ 15747 w 1825371"/>
              <a:gd name="connsiteY50" fmla="*/ 1352 h 4685667"/>
              <a:gd name="connsiteX0" fmla="*/ 15747 w 1825371"/>
              <a:gd name="connsiteY0" fmla="*/ 1352 h 4685667"/>
              <a:gd name="connsiteX1" fmla="*/ 83062 w 1825371"/>
              <a:gd name="connsiteY1" fmla="*/ 34837 h 4685667"/>
              <a:gd name="connsiteX2" fmla="*/ 961270 w 1825371"/>
              <a:gd name="connsiteY2" fmla="*/ 755975 h 4685667"/>
              <a:gd name="connsiteX3" fmla="*/ 1239162 w 1825371"/>
              <a:gd name="connsiteY3" fmla="*/ 1001764 h 4685667"/>
              <a:gd name="connsiteX4" fmla="*/ 1276445 w 1825371"/>
              <a:gd name="connsiteY4" fmla="*/ 1025928 h 4685667"/>
              <a:gd name="connsiteX5" fmla="*/ 1316489 w 1825371"/>
              <a:gd name="connsiteY5" fmla="*/ 1009704 h 4685667"/>
              <a:gd name="connsiteX6" fmla="*/ 1345141 w 1825371"/>
              <a:gd name="connsiteY6" fmla="*/ 948602 h 4685667"/>
              <a:gd name="connsiteX7" fmla="*/ 1407624 w 1825371"/>
              <a:gd name="connsiteY7" fmla="*/ 869894 h 4685667"/>
              <a:gd name="connsiteX8" fmla="*/ 1749379 w 1825371"/>
              <a:gd name="connsiteY8" fmla="*/ 590967 h 4685667"/>
              <a:gd name="connsiteX9" fmla="*/ 1808066 w 1825371"/>
              <a:gd name="connsiteY9" fmla="*/ 545399 h 4685667"/>
              <a:gd name="connsiteX10" fmla="*/ 1825326 w 1825371"/>
              <a:gd name="connsiteY10" fmla="*/ 554375 h 4685667"/>
              <a:gd name="connsiteX11" fmla="*/ 1811172 w 1825371"/>
              <a:gd name="connsiteY11" fmla="*/ 590277 h 4685667"/>
              <a:gd name="connsiteX12" fmla="*/ 1721073 w 1825371"/>
              <a:gd name="connsiteY12" fmla="*/ 698326 h 4685667"/>
              <a:gd name="connsiteX13" fmla="*/ 1385877 w 1825371"/>
              <a:gd name="connsiteY13" fmla="*/ 1068389 h 4685667"/>
              <a:gd name="connsiteX14" fmla="*/ 1376211 w 1825371"/>
              <a:gd name="connsiteY14" fmla="*/ 1098421 h 4685667"/>
              <a:gd name="connsiteX15" fmla="*/ 1361366 w 1825371"/>
              <a:gd name="connsiteY15" fmla="*/ 1135359 h 4685667"/>
              <a:gd name="connsiteX16" fmla="*/ 1355153 w 1825371"/>
              <a:gd name="connsiteY16" fmla="*/ 1169879 h 4685667"/>
              <a:gd name="connsiteX17" fmla="*/ 1409696 w 1825371"/>
              <a:gd name="connsiteY17" fmla="*/ 1384253 h 4685667"/>
              <a:gd name="connsiteX18" fmla="*/ 1524994 w 1825371"/>
              <a:gd name="connsiteY18" fmla="*/ 1739817 h 4685667"/>
              <a:gd name="connsiteX19" fmla="*/ 1659971 w 1825371"/>
              <a:gd name="connsiteY19" fmla="*/ 2199288 h 4685667"/>
              <a:gd name="connsiteX20" fmla="*/ 1782864 w 1825371"/>
              <a:gd name="connsiteY20" fmla="*/ 2697077 h 4685667"/>
              <a:gd name="connsiteX21" fmla="*/ 1794257 w 1825371"/>
              <a:gd name="connsiteY21" fmla="*/ 2767845 h 4685667"/>
              <a:gd name="connsiteX22" fmla="*/ 1791840 w 1825371"/>
              <a:gd name="connsiteY22" fmla="*/ 2778202 h 4685667"/>
              <a:gd name="connsiteX23" fmla="*/ 1784245 w 1825371"/>
              <a:gd name="connsiteY23" fmla="*/ 2770607 h 4685667"/>
              <a:gd name="connsiteX24" fmla="*/ 1746617 w 1825371"/>
              <a:gd name="connsiteY24" fmla="*/ 2660831 h 4685667"/>
              <a:gd name="connsiteX25" fmla="*/ 1513602 w 1825371"/>
              <a:gd name="connsiteY25" fmla="*/ 1875484 h 4685667"/>
              <a:gd name="connsiteX26" fmla="*/ 1297158 w 1825371"/>
              <a:gd name="connsiteY26" fmla="*/ 1267919 h 4685667"/>
              <a:gd name="connsiteX27" fmla="*/ 1275064 w 1825371"/>
              <a:gd name="connsiteY27" fmla="*/ 1217173 h 4685667"/>
              <a:gd name="connsiteX28" fmla="*/ 1248483 w 1825371"/>
              <a:gd name="connsiteY28" fmla="*/ 1193353 h 4685667"/>
              <a:gd name="connsiteX29" fmla="*/ 1232949 w 1825371"/>
              <a:gd name="connsiteY29" fmla="*/ 1222351 h 4685667"/>
              <a:gd name="connsiteX30" fmla="*/ 1230877 w 1825371"/>
              <a:gd name="connsiteY30" fmla="*/ 1283108 h 4685667"/>
              <a:gd name="connsiteX31" fmla="*/ 1217106 w 1825371"/>
              <a:gd name="connsiteY31" fmla="*/ 4685667 h 4685667"/>
              <a:gd name="connsiteX32" fmla="*/ 978613 w 1825371"/>
              <a:gd name="connsiteY32" fmla="*/ 4685667 h 4685667"/>
              <a:gd name="connsiteX33" fmla="*/ 1125245 w 1825371"/>
              <a:gd name="connsiteY33" fmla="*/ 1293464 h 4685667"/>
              <a:gd name="connsiteX34" fmla="*/ 1096247 w 1825371"/>
              <a:gd name="connsiteY34" fmla="*/ 1270681 h 4685667"/>
              <a:gd name="connsiteX35" fmla="*/ 984400 w 1825371"/>
              <a:gd name="connsiteY35" fmla="*/ 1242374 h 4685667"/>
              <a:gd name="connsiteX36" fmla="*/ 977149 w 1825371"/>
              <a:gd name="connsiteY36" fmla="*/ 1225458 h 4685667"/>
              <a:gd name="connsiteX37" fmla="*/ 983019 w 1825371"/>
              <a:gd name="connsiteY37" fmla="*/ 1189902 h 4685667"/>
              <a:gd name="connsiteX38" fmla="*/ 1016158 w 1825371"/>
              <a:gd name="connsiteY38" fmla="*/ 1097041 h 4685667"/>
              <a:gd name="connsiteX39" fmla="*/ 1055513 w 1825371"/>
              <a:gd name="connsiteY39" fmla="*/ 1078055 h 4685667"/>
              <a:gd name="connsiteX40" fmla="*/ 1097628 w 1825371"/>
              <a:gd name="connsiteY40" fmla="*/ 1104290 h 4685667"/>
              <a:gd name="connsiteX41" fmla="*/ 1115579 w 1825371"/>
              <a:gd name="connsiteY41" fmla="*/ 1107743 h 4685667"/>
              <a:gd name="connsiteX42" fmla="*/ 1177026 w 1825371"/>
              <a:gd name="connsiteY42" fmla="*/ 1087375 h 4685667"/>
              <a:gd name="connsiteX43" fmla="*/ 1179787 w 1825371"/>
              <a:gd name="connsiteY43" fmla="*/ 1073913 h 4685667"/>
              <a:gd name="connsiteX44" fmla="*/ 1135255 w 1825371"/>
              <a:gd name="connsiteY44" fmla="*/ 1041117 h 4685667"/>
              <a:gd name="connsiteX45" fmla="*/ 939868 w 1825371"/>
              <a:gd name="connsiteY45" fmla="*/ 883702 h 4685667"/>
              <a:gd name="connsiteX46" fmla="*/ 549783 w 1825371"/>
              <a:gd name="connsiteY46" fmla="*/ 496379 h 4685667"/>
              <a:gd name="connsiteX47" fmla="*/ 40947 w 1825371"/>
              <a:gd name="connsiteY47" fmla="*/ 48990 h 4685667"/>
              <a:gd name="connsiteX48" fmla="*/ 5735 w 1825371"/>
              <a:gd name="connsiteY48" fmla="*/ 17231 h 4685667"/>
              <a:gd name="connsiteX49" fmla="*/ 902 w 1825371"/>
              <a:gd name="connsiteY49" fmla="*/ 4114 h 4685667"/>
              <a:gd name="connsiteX50" fmla="*/ 15747 w 1825371"/>
              <a:gd name="connsiteY50" fmla="*/ 1352 h 4685667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78613 w 1825371"/>
              <a:gd name="connsiteY32" fmla="*/ 4685667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98710 w 1825371"/>
              <a:gd name="connsiteY32" fmla="*/ 4695715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  <a:gd name="connsiteX0" fmla="*/ 15747 w 1825371"/>
              <a:gd name="connsiteY0" fmla="*/ 1352 h 4705764"/>
              <a:gd name="connsiteX1" fmla="*/ 83062 w 1825371"/>
              <a:gd name="connsiteY1" fmla="*/ 34837 h 4705764"/>
              <a:gd name="connsiteX2" fmla="*/ 961270 w 1825371"/>
              <a:gd name="connsiteY2" fmla="*/ 755975 h 4705764"/>
              <a:gd name="connsiteX3" fmla="*/ 1239162 w 1825371"/>
              <a:gd name="connsiteY3" fmla="*/ 1001764 h 4705764"/>
              <a:gd name="connsiteX4" fmla="*/ 1276445 w 1825371"/>
              <a:gd name="connsiteY4" fmla="*/ 1025928 h 4705764"/>
              <a:gd name="connsiteX5" fmla="*/ 1316489 w 1825371"/>
              <a:gd name="connsiteY5" fmla="*/ 1009704 h 4705764"/>
              <a:gd name="connsiteX6" fmla="*/ 1345141 w 1825371"/>
              <a:gd name="connsiteY6" fmla="*/ 948602 h 4705764"/>
              <a:gd name="connsiteX7" fmla="*/ 1407624 w 1825371"/>
              <a:gd name="connsiteY7" fmla="*/ 869894 h 4705764"/>
              <a:gd name="connsiteX8" fmla="*/ 1749379 w 1825371"/>
              <a:gd name="connsiteY8" fmla="*/ 590967 h 4705764"/>
              <a:gd name="connsiteX9" fmla="*/ 1808066 w 1825371"/>
              <a:gd name="connsiteY9" fmla="*/ 545399 h 4705764"/>
              <a:gd name="connsiteX10" fmla="*/ 1825326 w 1825371"/>
              <a:gd name="connsiteY10" fmla="*/ 554375 h 4705764"/>
              <a:gd name="connsiteX11" fmla="*/ 1811172 w 1825371"/>
              <a:gd name="connsiteY11" fmla="*/ 590277 h 4705764"/>
              <a:gd name="connsiteX12" fmla="*/ 1721073 w 1825371"/>
              <a:gd name="connsiteY12" fmla="*/ 698326 h 4705764"/>
              <a:gd name="connsiteX13" fmla="*/ 1385877 w 1825371"/>
              <a:gd name="connsiteY13" fmla="*/ 1068389 h 4705764"/>
              <a:gd name="connsiteX14" fmla="*/ 1376211 w 1825371"/>
              <a:gd name="connsiteY14" fmla="*/ 1098421 h 4705764"/>
              <a:gd name="connsiteX15" fmla="*/ 1361366 w 1825371"/>
              <a:gd name="connsiteY15" fmla="*/ 1135359 h 4705764"/>
              <a:gd name="connsiteX16" fmla="*/ 1355153 w 1825371"/>
              <a:gd name="connsiteY16" fmla="*/ 1169879 h 4705764"/>
              <a:gd name="connsiteX17" fmla="*/ 1409696 w 1825371"/>
              <a:gd name="connsiteY17" fmla="*/ 1384253 h 4705764"/>
              <a:gd name="connsiteX18" fmla="*/ 1524994 w 1825371"/>
              <a:gd name="connsiteY18" fmla="*/ 1739817 h 4705764"/>
              <a:gd name="connsiteX19" fmla="*/ 1659971 w 1825371"/>
              <a:gd name="connsiteY19" fmla="*/ 2199288 h 4705764"/>
              <a:gd name="connsiteX20" fmla="*/ 1782864 w 1825371"/>
              <a:gd name="connsiteY20" fmla="*/ 2697077 h 4705764"/>
              <a:gd name="connsiteX21" fmla="*/ 1794257 w 1825371"/>
              <a:gd name="connsiteY21" fmla="*/ 2767845 h 4705764"/>
              <a:gd name="connsiteX22" fmla="*/ 1791840 w 1825371"/>
              <a:gd name="connsiteY22" fmla="*/ 2778202 h 4705764"/>
              <a:gd name="connsiteX23" fmla="*/ 1784245 w 1825371"/>
              <a:gd name="connsiteY23" fmla="*/ 2770607 h 4705764"/>
              <a:gd name="connsiteX24" fmla="*/ 1746617 w 1825371"/>
              <a:gd name="connsiteY24" fmla="*/ 2660831 h 4705764"/>
              <a:gd name="connsiteX25" fmla="*/ 1513602 w 1825371"/>
              <a:gd name="connsiteY25" fmla="*/ 1875484 h 4705764"/>
              <a:gd name="connsiteX26" fmla="*/ 1297158 w 1825371"/>
              <a:gd name="connsiteY26" fmla="*/ 1267919 h 4705764"/>
              <a:gd name="connsiteX27" fmla="*/ 1275064 w 1825371"/>
              <a:gd name="connsiteY27" fmla="*/ 1217173 h 4705764"/>
              <a:gd name="connsiteX28" fmla="*/ 1248483 w 1825371"/>
              <a:gd name="connsiteY28" fmla="*/ 1193353 h 4705764"/>
              <a:gd name="connsiteX29" fmla="*/ 1232949 w 1825371"/>
              <a:gd name="connsiteY29" fmla="*/ 1222351 h 4705764"/>
              <a:gd name="connsiteX30" fmla="*/ 1230877 w 1825371"/>
              <a:gd name="connsiteY30" fmla="*/ 1283108 h 4705764"/>
              <a:gd name="connsiteX31" fmla="*/ 1227154 w 1825371"/>
              <a:gd name="connsiteY31" fmla="*/ 4705764 h 4705764"/>
              <a:gd name="connsiteX32" fmla="*/ 998710 w 1825371"/>
              <a:gd name="connsiteY32" fmla="*/ 4695715 h 4705764"/>
              <a:gd name="connsiteX33" fmla="*/ 1125245 w 1825371"/>
              <a:gd name="connsiteY33" fmla="*/ 1293464 h 4705764"/>
              <a:gd name="connsiteX34" fmla="*/ 1096247 w 1825371"/>
              <a:gd name="connsiteY34" fmla="*/ 1270681 h 4705764"/>
              <a:gd name="connsiteX35" fmla="*/ 984400 w 1825371"/>
              <a:gd name="connsiteY35" fmla="*/ 1242374 h 4705764"/>
              <a:gd name="connsiteX36" fmla="*/ 977149 w 1825371"/>
              <a:gd name="connsiteY36" fmla="*/ 1225458 h 4705764"/>
              <a:gd name="connsiteX37" fmla="*/ 983019 w 1825371"/>
              <a:gd name="connsiteY37" fmla="*/ 1189902 h 4705764"/>
              <a:gd name="connsiteX38" fmla="*/ 1016158 w 1825371"/>
              <a:gd name="connsiteY38" fmla="*/ 1097041 h 4705764"/>
              <a:gd name="connsiteX39" fmla="*/ 1055513 w 1825371"/>
              <a:gd name="connsiteY39" fmla="*/ 1078055 h 4705764"/>
              <a:gd name="connsiteX40" fmla="*/ 1097628 w 1825371"/>
              <a:gd name="connsiteY40" fmla="*/ 1104290 h 4705764"/>
              <a:gd name="connsiteX41" fmla="*/ 1115579 w 1825371"/>
              <a:gd name="connsiteY41" fmla="*/ 1107743 h 4705764"/>
              <a:gd name="connsiteX42" fmla="*/ 1177026 w 1825371"/>
              <a:gd name="connsiteY42" fmla="*/ 1087375 h 4705764"/>
              <a:gd name="connsiteX43" fmla="*/ 1179787 w 1825371"/>
              <a:gd name="connsiteY43" fmla="*/ 1073913 h 4705764"/>
              <a:gd name="connsiteX44" fmla="*/ 1135255 w 1825371"/>
              <a:gd name="connsiteY44" fmla="*/ 1041117 h 4705764"/>
              <a:gd name="connsiteX45" fmla="*/ 939868 w 1825371"/>
              <a:gd name="connsiteY45" fmla="*/ 883702 h 4705764"/>
              <a:gd name="connsiteX46" fmla="*/ 549783 w 1825371"/>
              <a:gd name="connsiteY46" fmla="*/ 496379 h 4705764"/>
              <a:gd name="connsiteX47" fmla="*/ 40947 w 1825371"/>
              <a:gd name="connsiteY47" fmla="*/ 48990 h 4705764"/>
              <a:gd name="connsiteX48" fmla="*/ 5735 w 1825371"/>
              <a:gd name="connsiteY48" fmla="*/ 17231 h 4705764"/>
              <a:gd name="connsiteX49" fmla="*/ 902 w 1825371"/>
              <a:gd name="connsiteY49" fmla="*/ 4114 h 4705764"/>
              <a:gd name="connsiteX50" fmla="*/ 15747 w 1825371"/>
              <a:gd name="connsiteY50" fmla="*/ 1352 h 470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825371" h="4705764">
                <a:moveTo>
                  <a:pt x="15747" y="1352"/>
                </a:moveTo>
                <a:cubicBezTo>
                  <a:pt x="40601" y="7565"/>
                  <a:pt x="63040" y="19648"/>
                  <a:pt x="83062" y="34837"/>
                </a:cubicBezTo>
                <a:cubicBezTo>
                  <a:pt x="383392" y="265435"/>
                  <a:pt x="679236" y="502594"/>
                  <a:pt x="961270" y="755975"/>
                </a:cubicBezTo>
                <a:cubicBezTo>
                  <a:pt x="1053096" y="838826"/>
                  <a:pt x="1146302" y="919949"/>
                  <a:pt x="1239162" y="1001764"/>
                </a:cubicBezTo>
                <a:cubicBezTo>
                  <a:pt x="1250209" y="1011775"/>
                  <a:pt x="1262636" y="1020060"/>
                  <a:pt x="1276445" y="1025928"/>
                </a:cubicBezTo>
                <a:cubicBezTo>
                  <a:pt x="1296466" y="1034213"/>
                  <a:pt x="1308204" y="1030070"/>
                  <a:pt x="1316489" y="1009704"/>
                </a:cubicBezTo>
                <a:cubicBezTo>
                  <a:pt x="1325119" y="988991"/>
                  <a:pt x="1335821" y="968968"/>
                  <a:pt x="1345141" y="948602"/>
                </a:cubicBezTo>
                <a:cubicBezTo>
                  <a:pt x="1359640" y="917188"/>
                  <a:pt x="1382079" y="892679"/>
                  <a:pt x="1407624" y="869894"/>
                </a:cubicBezTo>
                <a:cubicBezTo>
                  <a:pt x="1517055" y="771511"/>
                  <a:pt x="1634081" y="682447"/>
                  <a:pt x="1749379" y="590967"/>
                </a:cubicBezTo>
                <a:cubicBezTo>
                  <a:pt x="1768711" y="575432"/>
                  <a:pt x="1788043" y="559898"/>
                  <a:pt x="1808066" y="545399"/>
                </a:cubicBezTo>
                <a:cubicBezTo>
                  <a:pt x="1819802" y="536769"/>
                  <a:pt x="1824634" y="539875"/>
                  <a:pt x="1825326" y="554375"/>
                </a:cubicBezTo>
                <a:cubicBezTo>
                  <a:pt x="1826015" y="568528"/>
                  <a:pt x="1818766" y="579575"/>
                  <a:pt x="1811172" y="590277"/>
                </a:cubicBezTo>
                <a:cubicBezTo>
                  <a:pt x="1783900" y="628594"/>
                  <a:pt x="1751451" y="662770"/>
                  <a:pt x="1721073" y="698326"/>
                </a:cubicBezTo>
                <a:cubicBezTo>
                  <a:pt x="1613023" y="825017"/>
                  <a:pt x="1503592" y="950328"/>
                  <a:pt x="1385877" y="1068389"/>
                </a:cubicBezTo>
                <a:cubicBezTo>
                  <a:pt x="1376900" y="1077364"/>
                  <a:pt x="1378626" y="1088411"/>
                  <a:pt x="1376211" y="1098421"/>
                </a:cubicBezTo>
                <a:cubicBezTo>
                  <a:pt x="1373449" y="1111885"/>
                  <a:pt x="1370342" y="1124658"/>
                  <a:pt x="1361366" y="1135359"/>
                </a:cubicBezTo>
                <a:cubicBezTo>
                  <a:pt x="1352736" y="1145370"/>
                  <a:pt x="1352736" y="1157798"/>
                  <a:pt x="1355153" y="1169879"/>
                </a:cubicBezTo>
                <a:cubicBezTo>
                  <a:pt x="1369651" y="1242374"/>
                  <a:pt x="1391054" y="1312796"/>
                  <a:pt x="1409696" y="1384253"/>
                </a:cubicBezTo>
                <a:cubicBezTo>
                  <a:pt x="1440764" y="1505076"/>
                  <a:pt x="1484260" y="1622102"/>
                  <a:pt x="1524994" y="1739817"/>
                </a:cubicBezTo>
                <a:cubicBezTo>
                  <a:pt x="1577466" y="1890674"/>
                  <a:pt x="1615785" y="2046016"/>
                  <a:pt x="1659971" y="2199288"/>
                </a:cubicBezTo>
                <a:cubicBezTo>
                  <a:pt x="1707264" y="2363607"/>
                  <a:pt x="1746273" y="2529998"/>
                  <a:pt x="1782864" y="2697077"/>
                </a:cubicBezTo>
                <a:cubicBezTo>
                  <a:pt x="1788043" y="2720207"/>
                  <a:pt x="1790460" y="2744026"/>
                  <a:pt x="1794257" y="2767845"/>
                </a:cubicBezTo>
                <a:cubicBezTo>
                  <a:pt x="1794947" y="2771643"/>
                  <a:pt x="1797364" y="2776822"/>
                  <a:pt x="1791840" y="2778202"/>
                </a:cubicBezTo>
                <a:cubicBezTo>
                  <a:pt x="1786662" y="2779583"/>
                  <a:pt x="1785626" y="2774405"/>
                  <a:pt x="1784245" y="2770607"/>
                </a:cubicBezTo>
                <a:cubicBezTo>
                  <a:pt x="1770437" y="2734360"/>
                  <a:pt x="1756975" y="2698113"/>
                  <a:pt x="1746617" y="2660831"/>
                </a:cubicBezTo>
                <a:cubicBezTo>
                  <a:pt x="1673779" y="2397784"/>
                  <a:pt x="1595762" y="2136116"/>
                  <a:pt x="1513602" y="1875484"/>
                </a:cubicBezTo>
                <a:cubicBezTo>
                  <a:pt x="1448704" y="1670431"/>
                  <a:pt x="1380007" y="1466759"/>
                  <a:pt x="1297158" y="1267919"/>
                </a:cubicBezTo>
                <a:cubicBezTo>
                  <a:pt x="1289909" y="1251004"/>
                  <a:pt x="1282659" y="1234089"/>
                  <a:pt x="1275064" y="1217173"/>
                </a:cubicBezTo>
                <a:cubicBezTo>
                  <a:pt x="1269541" y="1205436"/>
                  <a:pt x="1260911" y="1191628"/>
                  <a:pt x="1248483" y="1193353"/>
                </a:cubicBezTo>
                <a:cubicBezTo>
                  <a:pt x="1238128" y="1194734"/>
                  <a:pt x="1235711" y="1211649"/>
                  <a:pt x="1232949" y="1222351"/>
                </a:cubicBezTo>
                <a:cubicBezTo>
                  <a:pt x="1228115" y="1242374"/>
                  <a:pt x="1229843" y="1262740"/>
                  <a:pt x="1230877" y="1283108"/>
                </a:cubicBezTo>
                <a:cubicBezTo>
                  <a:pt x="1226287" y="2417294"/>
                  <a:pt x="1231744" y="3571578"/>
                  <a:pt x="1227154" y="4705764"/>
                </a:cubicBezTo>
                <a:lnTo>
                  <a:pt x="998710" y="4695715"/>
                </a:lnTo>
                <a:cubicBezTo>
                  <a:pt x="1020244" y="4110251"/>
                  <a:pt x="1098940" y="1865978"/>
                  <a:pt x="1125245" y="1293464"/>
                </a:cubicBezTo>
                <a:cubicBezTo>
                  <a:pt x="1126970" y="1262740"/>
                  <a:pt x="1124553" y="1258943"/>
                  <a:pt x="1096247" y="1270681"/>
                </a:cubicBezTo>
                <a:cubicBezTo>
                  <a:pt x="1050679" y="1289666"/>
                  <a:pt x="1018575" y="1263776"/>
                  <a:pt x="984400" y="1242374"/>
                </a:cubicBezTo>
                <a:cubicBezTo>
                  <a:pt x="979221" y="1238921"/>
                  <a:pt x="977841" y="1232017"/>
                  <a:pt x="977149" y="1225458"/>
                </a:cubicBezTo>
                <a:cubicBezTo>
                  <a:pt x="976115" y="1213030"/>
                  <a:pt x="978530" y="1200949"/>
                  <a:pt x="983019" y="1189902"/>
                </a:cubicBezTo>
                <a:cubicBezTo>
                  <a:pt x="995792" y="1159523"/>
                  <a:pt x="1005457" y="1128109"/>
                  <a:pt x="1016158" y="1097041"/>
                </a:cubicBezTo>
                <a:cubicBezTo>
                  <a:pt x="1022717" y="1078055"/>
                  <a:pt x="1036181" y="1071841"/>
                  <a:pt x="1055513" y="1078055"/>
                </a:cubicBezTo>
                <a:cubicBezTo>
                  <a:pt x="1071737" y="1082887"/>
                  <a:pt x="1084855" y="1093934"/>
                  <a:pt x="1097628" y="1104290"/>
                </a:cubicBezTo>
                <a:cubicBezTo>
                  <a:pt x="1103496" y="1108779"/>
                  <a:pt x="1107983" y="1110504"/>
                  <a:pt x="1115579" y="1107743"/>
                </a:cubicBezTo>
                <a:cubicBezTo>
                  <a:pt x="1135945" y="1100147"/>
                  <a:pt x="1156313" y="1093589"/>
                  <a:pt x="1177026" y="1087375"/>
                </a:cubicBezTo>
                <a:cubicBezTo>
                  <a:pt x="1187726" y="1084268"/>
                  <a:pt x="1185655" y="1080126"/>
                  <a:pt x="1179787" y="1073913"/>
                </a:cubicBezTo>
                <a:cubicBezTo>
                  <a:pt x="1166668" y="1060449"/>
                  <a:pt x="1151134" y="1050438"/>
                  <a:pt x="1135255" y="1041117"/>
                </a:cubicBezTo>
                <a:cubicBezTo>
                  <a:pt x="1062417" y="998311"/>
                  <a:pt x="998207" y="944460"/>
                  <a:pt x="939868" y="883702"/>
                </a:cubicBezTo>
                <a:cubicBezTo>
                  <a:pt x="813177" y="751488"/>
                  <a:pt x="683379" y="622035"/>
                  <a:pt x="549783" y="496379"/>
                </a:cubicBezTo>
                <a:cubicBezTo>
                  <a:pt x="385809" y="341382"/>
                  <a:pt x="211479" y="197084"/>
                  <a:pt x="40947" y="48990"/>
                </a:cubicBezTo>
                <a:cubicBezTo>
                  <a:pt x="28864" y="38635"/>
                  <a:pt x="17472" y="27933"/>
                  <a:pt x="5735" y="17231"/>
                </a:cubicBezTo>
                <a:cubicBezTo>
                  <a:pt x="2283" y="13780"/>
                  <a:pt x="-1859" y="9292"/>
                  <a:pt x="902" y="4114"/>
                </a:cubicBezTo>
                <a:cubicBezTo>
                  <a:pt x="4009" y="-1755"/>
                  <a:pt x="10568" y="-29"/>
                  <a:pt x="15747" y="1352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226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A80C23-9532-403F-8276-9AD3849FBC9A}"/>
              </a:ext>
            </a:extLst>
          </p:cNvPr>
          <p:cNvSpPr/>
          <p:nvPr/>
        </p:nvSpPr>
        <p:spPr>
          <a:xfrm rot="3600000" flipV="1">
            <a:off x="1481923" y="-359509"/>
            <a:ext cx="1739424" cy="2395147"/>
          </a:xfrm>
          <a:custGeom>
            <a:avLst/>
            <a:gdLst>
              <a:gd name="connsiteX0" fmla="*/ 1077528 w 1739424"/>
              <a:gd name="connsiteY0" fmla="*/ 398319 h 2395147"/>
              <a:gd name="connsiteX1" fmla="*/ 1067918 w 1739424"/>
              <a:gd name="connsiteY1" fmla="*/ 380004 h 2395147"/>
              <a:gd name="connsiteX2" fmla="*/ 1092561 w 1739424"/>
              <a:gd name="connsiteY2" fmla="*/ 411557 h 2395147"/>
              <a:gd name="connsiteX3" fmla="*/ 1093901 w 1739424"/>
              <a:gd name="connsiteY3" fmla="*/ 415398 h 2395147"/>
              <a:gd name="connsiteX4" fmla="*/ 1090150 w 1739424"/>
              <a:gd name="connsiteY4" fmla="*/ 414575 h 2395147"/>
              <a:gd name="connsiteX5" fmla="*/ 1077528 w 1739424"/>
              <a:gd name="connsiteY5" fmla="*/ 398319 h 2395147"/>
              <a:gd name="connsiteX6" fmla="*/ 1064970 w 1739424"/>
              <a:gd name="connsiteY6" fmla="*/ 378632 h 2395147"/>
              <a:gd name="connsiteX7" fmla="*/ 1065239 w 1739424"/>
              <a:gd name="connsiteY7" fmla="*/ 377535 h 2395147"/>
              <a:gd name="connsiteX8" fmla="*/ 1067113 w 1739424"/>
              <a:gd name="connsiteY8" fmla="*/ 379456 h 2395147"/>
              <a:gd name="connsiteX9" fmla="*/ 1064970 w 1739424"/>
              <a:gd name="connsiteY9" fmla="*/ 378632 h 2395147"/>
              <a:gd name="connsiteX10" fmla="*/ 1734633 w 1739424"/>
              <a:gd name="connsiteY10" fmla="*/ 2247062 h 2395147"/>
              <a:gd name="connsiteX11" fmla="*/ 1739424 w 1739424"/>
              <a:gd name="connsiteY11" fmla="*/ 2180709 h 2395147"/>
              <a:gd name="connsiteX12" fmla="*/ 1737481 w 1739424"/>
              <a:gd name="connsiteY12" fmla="*/ 2187429 h 2395147"/>
              <a:gd name="connsiteX13" fmla="*/ 1734633 w 1739424"/>
              <a:gd name="connsiteY13" fmla="*/ 2247062 h 2395147"/>
              <a:gd name="connsiteX14" fmla="*/ 51484 w 1739424"/>
              <a:gd name="connsiteY14" fmla="*/ 1299625 h 2395147"/>
              <a:gd name="connsiteX15" fmla="*/ 225973 w 1739424"/>
              <a:gd name="connsiteY15" fmla="*/ 1500814 h 2395147"/>
              <a:gd name="connsiteX16" fmla="*/ 421792 w 1739424"/>
              <a:gd name="connsiteY16" fmla="*/ 1544987 h 2395147"/>
              <a:gd name="connsiteX17" fmla="*/ 528944 w 1739424"/>
              <a:gd name="connsiteY17" fmla="*/ 1408075 h 2395147"/>
              <a:gd name="connsiteX18" fmla="*/ 515014 w 1739424"/>
              <a:gd name="connsiteY18" fmla="*/ 1396279 h 2395147"/>
              <a:gd name="connsiteX19" fmla="*/ 348661 w 1739424"/>
              <a:gd name="connsiteY19" fmla="*/ 1408350 h 2395147"/>
              <a:gd name="connsiteX20" fmla="*/ 279815 w 1739424"/>
              <a:gd name="connsiteY20" fmla="*/ 1396004 h 2395147"/>
              <a:gd name="connsiteX21" fmla="*/ 319463 w 1739424"/>
              <a:gd name="connsiteY21" fmla="*/ 1397376 h 2395147"/>
              <a:gd name="connsiteX22" fmla="*/ 483940 w 1739424"/>
              <a:gd name="connsiteY22" fmla="*/ 1374603 h 2395147"/>
              <a:gd name="connsiteX23" fmla="*/ 539659 w 1739424"/>
              <a:gd name="connsiteY23" fmla="*/ 1360061 h 2395147"/>
              <a:gd name="connsiteX24" fmla="*/ 725033 w 1739424"/>
              <a:gd name="connsiteY24" fmla="*/ 1297230 h 2395147"/>
              <a:gd name="connsiteX25" fmla="*/ 885491 w 1739424"/>
              <a:gd name="connsiteY25" fmla="*/ 1249489 h 2395147"/>
              <a:gd name="connsiteX26" fmla="*/ 965854 w 1739424"/>
              <a:gd name="connsiteY26" fmla="*/ 1237965 h 2395147"/>
              <a:gd name="connsiteX27" fmla="*/ 1140675 w 1739424"/>
              <a:gd name="connsiteY27" fmla="*/ 1261289 h 2395147"/>
              <a:gd name="connsiteX28" fmla="*/ 1430909 w 1739424"/>
              <a:gd name="connsiteY28" fmla="*/ 1481407 h 2395147"/>
              <a:gd name="connsiteX29" fmla="*/ 1549564 w 1739424"/>
              <a:gd name="connsiteY29" fmla="*/ 1651718 h 2395147"/>
              <a:gd name="connsiteX30" fmla="*/ 1557415 w 1739424"/>
              <a:gd name="connsiteY30" fmla="*/ 1670822 h 2395147"/>
              <a:gd name="connsiteX31" fmla="*/ 1555525 w 1739424"/>
              <a:gd name="connsiteY31" fmla="*/ 1670473 h 2395147"/>
              <a:gd name="connsiteX32" fmla="*/ 1398512 w 1739424"/>
              <a:gd name="connsiteY32" fmla="*/ 1652472 h 2395147"/>
              <a:gd name="connsiteX33" fmla="*/ 1046085 w 1739424"/>
              <a:gd name="connsiteY33" fmla="*/ 1706261 h 2395147"/>
              <a:gd name="connsiteX34" fmla="*/ 1003447 w 1739424"/>
              <a:gd name="connsiteY34" fmla="*/ 1719049 h 2395147"/>
              <a:gd name="connsiteX35" fmla="*/ 1087567 w 1739424"/>
              <a:gd name="connsiteY35" fmla="*/ 1688103 h 2395147"/>
              <a:gd name="connsiteX36" fmla="*/ 1370422 w 1739424"/>
              <a:gd name="connsiteY36" fmla="*/ 1632771 h 2395147"/>
              <a:gd name="connsiteX37" fmla="*/ 1376144 w 1739424"/>
              <a:gd name="connsiteY37" fmla="*/ 1623897 h 2395147"/>
              <a:gd name="connsiteX38" fmla="*/ 1329191 w 1739424"/>
              <a:gd name="connsiteY38" fmla="*/ 1578151 h 2395147"/>
              <a:gd name="connsiteX39" fmla="*/ 1229320 w 1739424"/>
              <a:gd name="connsiteY39" fmla="*/ 1559619 h 2395147"/>
              <a:gd name="connsiteX40" fmla="*/ 996653 w 1739424"/>
              <a:gd name="connsiteY40" fmla="*/ 1626677 h 2395147"/>
              <a:gd name="connsiteX41" fmla="*/ 863114 w 1739424"/>
              <a:gd name="connsiteY41" fmla="*/ 1736938 h 2395147"/>
              <a:gd name="connsiteX42" fmla="*/ 811586 w 1739424"/>
              <a:gd name="connsiteY42" fmla="*/ 1832416 h 2395147"/>
              <a:gd name="connsiteX43" fmla="*/ 807916 w 1739424"/>
              <a:gd name="connsiteY43" fmla="*/ 1845357 h 2395147"/>
              <a:gd name="connsiteX44" fmla="*/ 807963 w 1739424"/>
              <a:gd name="connsiteY44" fmla="*/ 1848892 h 2395147"/>
              <a:gd name="connsiteX45" fmla="*/ 879991 w 1739424"/>
              <a:gd name="connsiteY45" fmla="*/ 1820168 h 2395147"/>
              <a:gd name="connsiteX46" fmla="*/ 1011289 w 1739424"/>
              <a:gd name="connsiteY46" fmla="*/ 1801302 h 2395147"/>
              <a:gd name="connsiteX47" fmla="*/ 1249185 w 1739424"/>
              <a:gd name="connsiteY47" fmla="*/ 1765402 h 2395147"/>
              <a:gd name="connsiteX48" fmla="*/ 1343560 w 1739424"/>
              <a:gd name="connsiteY48" fmla="*/ 1722610 h 2395147"/>
              <a:gd name="connsiteX49" fmla="*/ 1376800 w 1739424"/>
              <a:gd name="connsiteY49" fmla="*/ 1677991 h 2395147"/>
              <a:gd name="connsiteX50" fmla="*/ 1387169 w 1739424"/>
              <a:gd name="connsiteY50" fmla="*/ 1672942 h 2395147"/>
              <a:gd name="connsiteX51" fmla="*/ 1500972 w 1739424"/>
              <a:gd name="connsiteY51" fmla="*/ 1682857 h 2395147"/>
              <a:gd name="connsiteX52" fmla="*/ 1566833 w 1739424"/>
              <a:gd name="connsiteY52" fmla="*/ 1693739 h 2395147"/>
              <a:gd name="connsiteX53" fmla="*/ 1593093 w 1739424"/>
              <a:gd name="connsiteY53" fmla="*/ 1757638 h 2395147"/>
              <a:gd name="connsiteX54" fmla="*/ 1627517 w 1739424"/>
              <a:gd name="connsiteY54" fmla="*/ 1871216 h 2395147"/>
              <a:gd name="connsiteX55" fmla="*/ 1642518 w 1739424"/>
              <a:gd name="connsiteY55" fmla="*/ 1943101 h 2395147"/>
              <a:gd name="connsiteX56" fmla="*/ 1641715 w 1739424"/>
              <a:gd name="connsiteY56" fmla="*/ 2189761 h 2395147"/>
              <a:gd name="connsiteX57" fmla="*/ 1669305 w 1739424"/>
              <a:gd name="connsiteY57" fmla="*/ 2379903 h 2395147"/>
              <a:gd name="connsiteX58" fmla="*/ 1669117 w 1739424"/>
              <a:gd name="connsiteY58" fmla="*/ 2383495 h 2395147"/>
              <a:gd name="connsiteX59" fmla="*/ 1722169 w 1739424"/>
              <a:gd name="connsiteY59" fmla="*/ 2376292 h 2395147"/>
              <a:gd name="connsiteX60" fmla="*/ 1680021 w 1739424"/>
              <a:gd name="connsiteY60" fmla="*/ 2119798 h 2395147"/>
              <a:gd name="connsiteX61" fmla="*/ 1684306 w 1739424"/>
              <a:gd name="connsiteY61" fmla="*/ 1712628 h 2395147"/>
              <a:gd name="connsiteX62" fmla="*/ 1631534 w 1739424"/>
              <a:gd name="connsiteY62" fmla="*/ 1258270 h 2395147"/>
              <a:gd name="connsiteX63" fmla="*/ 1545546 w 1739424"/>
              <a:gd name="connsiteY63" fmla="*/ 1033010 h 2395147"/>
              <a:gd name="connsiteX64" fmla="*/ 1482058 w 1739424"/>
              <a:gd name="connsiteY64" fmla="*/ 912011 h 2395147"/>
              <a:gd name="connsiteX65" fmla="*/ 1482326 w 1739424"/>
              <a:gd name="connsiteY65" fmla="*/ 893903 h 2395147"/>
              <a:gd name="connsiteX66" fmla="*/ 1498131 w 1739424"/>
              <a:gd name="connsiteY66" fmla="*/ 852199 h 2395147"/>
              <a:gd name="connsiteX67" fmla="*/ 1490363 w 1739424"/>
              <a:gd name="connsiteY67" fmla="*/ 758088 h 2395147"/>
              <a:gd name="connsiteX68" fmla="*/ 1392854 w 1739424"/>
              <a:gd name="connsiteY68" fmla="*/ 556701 h 2395147"/>
              <a:gd name="connsiteX69" fmla="*/ 1132209 w 1739424"/>
              <a:gd name="connsiteY69" fmla="*/ 271353 h 2395147"/>
              <a:gd name="connsiteX70" fmla="*/ 813699 w 1739424"/>
              <a:gd name="connsiteY70" fmla="*/ 1097 h 2395147"/>
              <a:gd name="connsiteX71" fmla="*/ 810218 w 1739424"/>
              <a:gd name="connsiteY71" fmla="*/ 0 h 2395147"/>
              <a:gd name="connsiteX72" fmla="*/ 810486 w 1739424"/>
              <a:gd name="connsiteY72" fmla="*/ 4391 h 2395147"/>
              <a:gd name="connsiteX73" fmla="*/ 914155 w 1739424"/>
              <a:gd name="connsiteY73" fmla="*/ 340496 h 2395147"/>
              <a:gd name="connsiteX74" fmla="*/ 1228378 w 1739424"/>
              <a:gd name="connsiteY74" fmla="*/ 826682 h 2395147"/>
              <a:gd name="connsiteX75" fmla="*/ 1341690 w 1739424"/>
              <a:gd name="connsiteY75" fmla="*/ 917499 h 2395147"/>
              <a:gd name="connsiteX76" fmla="*/ 1412410 w 1739424"/>
              <a:gd name="connsiteY76" fmla="*/ 934785 h 2395147"/>
              <a:gd name="connsiteX77" fmla="*/ 1420713 w 1739424"/>
              <a:gd name="connsiteY77" fmla="*/ 920793 h 2395147"/>
              <a:gd name="connsiteX78" fmla="*/ 1351601 w 1739424"/>
              <a:gd name="connsiteY78" fmla="*/ 800342 h 2395147"/>
              <a:gd name="connsiteX79" fmla="*/ 1099795 w 1739424"/>
              <a:gd name="connsiteY79" fmla="*/ 430764 h 2395147"/>
              <a:gd name="connsiteX80" fmla="*/ 1092829 w 1739424"/>
              <a:gd name="connsiteY80" fmla="*/ 418142 h 2395147"/>
              <a:gd name="connsiteX81" fmla="*/ 1101403 w 1739424"/>
              <a:gd name="connsiteY81" fmla="*/ 424179 h 2395147"/>
              <a:gd name="connsiteX82" fmla="*/ 1305794 w 1739424"/>
              <a:gd name="connsiteY82" fmla="*/ 694435 h 2395147"/>
              <a:gd name="connsiteX83" fmla="*/ 1424463 w 1739424"/>
              <a:gd name="connsiteY83" fmla="*/ 872227 h 2395147"/>
              <a:gd name="connsiteX84" fmla="*/ 1500810 w 1739424"/>
              <a:gd name="connsiteY84" fmla="*/ 1008316 h 2395147"/>
              <a:gd name="connsiteX85" fmla="*/ 1610640 w 1739424"/>
              <a:gd name="connsiteY85" fmla="*/ 1310125 h 2395147"/>
              <a:gd name="connsiteX86" fmla="*/ 1646268 w 1739424"/>
              <a:gd name="connsiteY86" fmla="*/ 1762565 h 2395147"/>
              <a:gd name="connsiteX87" fmla="*/ 1643589 w 1739424"/>
              <a:gd name="connsiteY87" fmla="*/ 1766407 h 2395147"/>
              <a:gd name="connsiteX88" fmla="*/ 1637160 w 1739424"/>
              <a:gd name="connsiteY88" fmla="*/ 1747474 h 2395147"/>
              <a:gd name="connsiteX89" fmla="*/ 1480720 w 1739424"/>
              <a:gd name="connsiteY89" fmla="*/ 1478590 h 2395147"/>
              <a:gd name="connsiteX90" fmla="*/ 1140741 w 1739424"/>
              <a:gd name="connsiteY90" fmla="*/ 1210217 h 2395147"/>
              <a:gd name="connsiteX91" fmla="*/ 942550 w 1739424"/>
              <a:gd name="connsiteY91" fmla="*/ 1071697 h 2395147"/>
              <a:gd name="connsiteX92" fmla="*/ 710299 w 1739424"/>
              <a:gd name="connsiteY92" fmla="*/ 861253 h 2395147"/>
              <a:gd name="connsiteX93" fmla="*/ 706012 w 1739424"/>
              <a:gd name="connsiteY93" fmla="*/ 845339 h 2395147"/>
              <a:gd name="connsiteX94" fmla="*/ 722086 w 1739424"/>
              <a:gd name="connsiteY94" fmla="*/ 767417 h 2395147"/>
              <a:gd name="connsiteX95" fmla="*/ 679759 w 1739424"/>
              <a:gd name="connsiteY95" fmla="*/ 625567 h 2395147"/>
              <a:gd name="connsiteX96" fmla="*/ 497603 w 1739424"/>
              <a:gd name="connsiteY96" fmla="*/ 336106 h 2395147"/>
              <a:gd name="connsiteX97" fmla="*/ 396076 w 1739424"/>
              <a:gd name="connsiteY97" fmla="*/ 177244 h 2395147"/>
              <a:gd name="connsiteX98" fmla="*/ 359644 w 1739424"/>
              <a:gd name="connsiteY98" fmla="*/ 72707 h 2395147"/>
              <a:gd name="connsiteX99" fmla="*/ 355893 w 1739424"/>
              <a:gd name="connsiteY99" fmla="*/ 76001 h 2395147"/>
              <a:gd name="connsiteX100" fmla="*/ 345714 w 1739424"/>
              <a:gd name="connsiteY100" fmla="*/ 92187 h 2395147"/>
              <a:gd name="connsiteX101" fmla="*/ 293210 w 1739424"/>
              <a:gd name="connsiteY101" fmla="*/ 237881 h 2395147"/>
              <a:gd name="connsiteX102" fmla="*/ 300978 w 1739424"/>
              <a:gd name="connsiteY102" fmla="*/ 485638 h 2395147"/>
              <a:gd name="connsiteX103" fmla="*/ 445633 w 1739424"/>
              <a:gd name="connsiteY103" fmla="*/ 798970 h 2395147"/>
              <a:gd name="connsiteX104" fmla="*/ 557339 w 1739424"/>
              <a:gd name="connsiteY104" fmla="*/ 888690 h 2395147"/>
              <a:gd name="connsiteX105" fmla="*/ 648686 w 1739424"/>
              <a:gd name="connsiteY105" fmla="*/ 895823 h 2395147"/>
              <a:gd name="connsiteX106" fmla="*/ 652705 w 1739424"/>
              <a:gd name="connsiteY106" fmla="*/ 881283 h 2395147"/>
              <a:gd name="connsiteX107" fmla="*/ 449383 w 1739424"/>
              <a:gd name="connsiteY107" fmla="*/ 525148 h 2395147"/>
              <a:gd name="connsiteX108" fmla="*/ 404113 w 1739424"/>
              <a:gd name="connsiteY108" fmla="*/ 405521 h 2395147"/>
              <a:gd name="connsiteX109" fmla="*/ 430098 w 1739424"/>
              <a:gd name="connsiteY109" fmla="*/ 463414 h 2395147"/>
              <a:gd name="connsiteX110" fmla="*/ 699315 w 1739424"/>
              <a:gd name="connsiteY110" fmla="*/ 892806 h 2395147"/>
              <a:gd name="connsiteX111" fmla="*/ 1003893 w 1739424"/>
              <a:gd name="connsiteY111" fmla="*/ 1157849 h 2395147"/>
              <a:gd name="connsiteX112" fmla="*/ 1056131 w 1739424"/>
              <a:gd name="connsiteY112" fmla="*/ 1196809 h 2395147"/>
              <a:gd name="connsiteX113" fmla="*/ 1026396 w 1739424"/>
              <a:gd name="connsiteY113" fmla="*/ 1194890 h 2395147"/>
              <a:gd name="connsiteX114" fmla="*/ 847988 w 1739424"/>
              <a:gd name="connsiteY114" fmla="*/ 1218760 h 2395147"/>
              <a:gd name="connsiteX115" fmla="*/ 525462 w 1739424"/>
              <a:gd name="connsiteY115" fmla="*/ 1334545 h 2395147"/>
              <a:gd name="connsiteX116" fmla="*/ 506711 w 1739424"/>
              <a:gd name="connsiteY116" fmla="*/ 1327960 h 2395147"/>
              <a:gd name="connsiteX117" fmla="*/ 302050 w 1739424"/>
              <a:gd name="connsiteY117" fmla="*/ 1262933 h 2395147"/>
              <a:gd name="connsiteX118" fmla="*/ 0 w 1739424"/>
              <a:gd name="connsiteY118" fmla="*/ 1208733 h 2395147"/>
              <a:gd name="connsiteX119" fmla="*/ 51484 w 1739424"/>
              <a:gd name="connsiteY119" fmla="*/ 1299625 h 2395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739424" h="2395147">
                <a:moveTo>
                  <a:pt x="1077528" y="398319"/>
                </a:moveTo>
                <a:cubicBezTo>
                  <a:pt x="1073409" y="392832"/>
                  <a:pt x="1069793" y="387001"/>
                  <a:pt x="1067918" y="380004"/>
                </a:cubicBezTo>
                <a:cubicBezTo>
                  <a:pt x="1077560" y="389333"/>
                  <a:pt x="1085061" y="400308"/>
                  <a:pt x="1092561" y="411557"/>
                </a:cubicBezTo>
                <a:cubicBezTo>
                  <a:pt x="1093366" y="412654"/>
                  <a:pt x="1095240" y="413478"/>
                  <a:pt x="1093901" y="415398"/>
                </a:cubicBezTo>
                <a:cubicBezTo>
                  <a:pt x="1092295" y="417319"/>
                  <a:pt x="1091222" y="415673"/>
                  <a:pt x="1090150" y="414575"/>
                </a:cubicBezTo>
                <a:cubicBezTo>
                  <a:pt x="1086267" y="408951"/>
                  <a:pt x="1081646" y="403807"/>
                  <a:pt x="1077528" y="398319"/>
                </a:cubicBezTo>
                <a:close/>
                <a:moveTo>
                  <a:pt x="1064970" y="378632"/>
                </a:moveTo>
                <a:cubicBezTo>
                  <a:pt x="1064970" y="378359"/>
                  <a:pt x="1065239" y="377810"/>
                  <a:pt x="1065239" y="377535"/>
                </a:cubicBezTo>
                <a:lnTo>
                  <a:pt x="1067113" y="379456"/>
                </a:lnTo>
                <a:cubicBezTo>
                  <a:pt x="1066310" y="380279"/>
                  <a:pt x="1065507" y="380004"/>
                  <a:pt x="1064970" y="378632"/>
                </a:cubicBezTo>
                <a:close/>
                <a:moveTo>
                  <a:pt x="1734633" y="2247062"/>
                </a:moveTo>
                <a:lnTo>
                  <a:pt x="1739424" y="2180709"/>
                </a:lnTo>
                <a:lnTo>
                  <a:pt x="1737481" y="2187429"/>
                </a:lnTo>
                <a:cubicBezTo>
                  <a:pt x="1736531" y="2207307"/>
                  <a:pt x="1735583" y="2227184"/>
                  <a:pt x="1734633" y="2247062"/>
                </a:cubicBezTo>
                <a:close/>
                <a:moveTo>
                  <a:pt x="51484" y="1299625"/>
                </a:moveTo>
                <a:cubicBezTo>
                  <a:pt x="107250" y="1386350"/>
                  <a:pt x="173250" y="1458783"/>
                  <a:pt x="225973" y="1500814"/>
                </a:cubicBezTo>
                <a:cubicBezTo>
                  <a:pt x="296271" y="1556856"/>
                  <a:pt x="349466" y="1562823"/>
                  <a:pt x="421792" y="1544987"/>
                </a:cubicBezTo>
                <a:cubicBezTo>
                  <a:pt x="494924" y="1526879"/>
                  <a:pt x="532962" y="1478041"/>
                  <a:pt x="528944" y="1408075"/>
                </a:cubicBezTo>
                <a:cubicBezTo>
                  <a:pt x="528409" y="1397649"/>
                  <a:pt x="526265" y="1394083"/>
                  <a:pt x="515014" y="1396279"/>
                </a:cubicBezTo>
                <a:cubicBezTo>
                  <a:pt x="460099" y="1406978"/>
                  <a:pt x="404648" y="1412191"/>
                  <a:pt x="348661" y="1408350"/>
                </a:cubicBezTo>
                <a:cubicBezTo>
                  <a:pt x="326160" y="1406978"/>
                  <a:pt x="303657" y="1403412"/>
                  <a:pt x="279815" y="1396004"/>
                </a:cubicBezTo>
                <a:cubicBezTo>
                  <a:pt x="294818" y="1392986"/>
                  <a:pt x="307139" y="1396827"/>
                  <a:pt x="319463" y="1397376"/>
                </a:cubicBezTo>
                <a:cubicBezTo>
                  <a:pt x="375717" y="1400120"/>
                  <a:pt x="429829" y="1388870"/>
                  <a:pt x="483940" y="1374603"/>
                </a:cubicBezTo>
                <a:cubicBezTo>
                  <a:pt x="502424" y="1369665"/>
                  <a:pt x="521443" y="1365549"/>
                  <a:pt x="539659" y="1360061"/>
                </a:cubicBezTo>
                <a:cubicBezTo>
                  <a:pt x="602343" y="1341953"/>
                  <a:pt x="663419" y="1318632"/>
                  <a:pt x="725033" y="1297230"/>
                </a:cubicBezTo>
                <a:cubicBezTo>
                  <a:pt x="777804" y="1278847"/>
                  <a:pt x="831379" y="1263208"/>
                  <a:pt x="885491" y="1249489"/>
                </a:cubicBezTo>
                <a:lnTo>
                  <a:pt x="965854" y="1237965"/>
                </a:lnTo>
                <a:cubicBezTo>
                  <a:pt x="1008386" y="1239932"/>
                  <a:pt x="1063167" y="1220715"/>
                  <a:pt x="1140675" y="1261289"/>
                </a:cubicBezTo>
                <a:cubicBezTo>
                  <a:pt x="1218186" y="1301862"/>
                  <a:pt x="1362760" y="1416335"/>
                  <a:pt x="1430909" y="1481407"/>
                </a:cubicBezTo>
                <a:cubicBezTo>
                  <a:pt x="1499057" y="1546478"/>
                  <a:pt x="1516795" y="1586751"/>
                  <a:pt x="1549564" y="1651718"/>
                </a:cubicBezTo>
                <a:lnTo>
                  <a:pt x="1557415" y="1670822"/>
                </a:lnTo>
                <a:lnTo>
                  <a:pt x="1555525" y="1670473"/>
                </a:lnTo>
                <a:cubicBezTo>
                  <a:pt x="1503614" y="1661478"/>
                  <a:pt x="1446534" y="1653334"/>
                  <a:pt x="1398512" y="1652472"/>
                </a:cubicBezTo>
                <a:cubicBezTo>
                  <a:pt x="1277780" y="1650277"/>
                  <a:pt x="1160915" y="1670735"/>
                  <a:pt x="1046085" y="1706261"/>
                </a:cubicBezTo>
                <a:cubicBezTo>
                  <a:pt x="1031962" y="1710529"/>
                  <a:pt x="1017823" y="1715069"/>
                  <a:pt x="1003447" y="1719049"/>
                </a:cubicBezTo>
                <a:cubicBezTo>
                  <a:pt x="1030832" y="1706926"/>
                  <a:pt x="1059271" y="1697451"/>
                  <a:pt x="1087567" y="1688103"/>
                </a:cubicBezTo>
                <a:cubicBezTo>
                  <a:pt x="1179405" y="1657507"/>
                  <a:pt x="1273537" y="1637923"/>
                  <a:pt x="1370422" y="1632771"/>
                </a:cubicBezTo>
                <a:cubicBezTo>
                  <a:pt x="1377778" y="1632422"/>
                  <a:pt x="1379106" y="1630739"/>
                  <a:pt x="1376144" y="1623897"/>
                </a:cubicBezTo>
                <a:cubicBezTo>
                  <a:pt x="1366655" y="1602111"/>
                  <a:pt x="1350034" y="1587888"/>
                  <a:pt x="1329191" y="1578151"/>
                </a:cubicBezTo>
                <a:cubicBezTo>
                  <a:pt x="1297530" y="1563385"/>
                  <a:pt x="1263689" y="1559482"/>
                  <a:pt x="1229320" y="1559619"/>
                </a:cubicBezTo>
                <a:cubicBezTo>
                  <a:pt x="1145365" y="1560020"/>
                  <a:pt x="1068453" y="1584359"/>
                  <a:pt x="996653" y="1626677"/>
                </a:cubicBezTo>
                <a:cubicBezTo>
                  <a:pt x="946428" y="1656370"/>
                  <a:pt x="899719" y="1690631"/>
                  <a:pt x="863114" y="1736938"/>
                </a:cubicBezTo>
                <a:cubicBezTo>
                  <a:pt x="840384" y="1765651"/>
                  <a:pt x="822768" y="1797268"/>
                  <a:pt x="811586" y="1832416"/>
                </a:cubicBezTo>
                <a:cubicBezTo>
                  <a:pt x="810229" y="1836675"/>
                  <a:pt x="809000" y="1841079"/>
                  <a:pt x="807916" y="1845357"/>
                </a:cubicBezTo>
                <a:cubicBezTo>
                  <a:pt x="807864" y="1846169"/>
                  <a:pt x="807939" y="1847124"/>
                  <a:pt x="807963" y="1848892"/>
                </a:cubicBezTo>
                <a:cubicBezTo>
                  <a:pt x="831400" y="1836927"/>
                  <a:pt x="855096" y="1827287"/>
                  <a:pt x="879991" y="1820168"/>
                </a:cubicBezTo>
                <a:cubicBezTo>
                  <a:pt x="922865" y="1807938"/>
                  <a:pt x="966993" y="1803800"/>
                  <a:pt x="1011289" y="1801302"/>
                </a:cubicBezTo>
                <a:cubicBezTo>
                  <a:pt x="1091805" y="1797289"/>
                  <a:pt x="1171657" y="1788752"/>
                  <a:pt x="1249185" y="1765402"/>
                </a:cubicBezTo>
                <a:cubicBezTo>
                  <a:pt x="1282546" y="1755423"/>
                  <a:pt x="1315560" y="1744472"/>
                  <a:pt x="1343560" y="1722610"/>
                </a:cubicBezTo>
                <a:cubicBezTo>
                  <a:pt x="1358845" y="1710673"/>
                  <a:pt x="1371004" y="1696638"/>
                  <a:pt x="1376800" y="1677991"/>
                </a:cubicBezTo>
                <a:cubicBezTo>
                  <a:pt x="1378851" y="1671330"/>
                  <a:pt x="1382967" y="1672813"/>
                  <a:pt x="1387169" y="1672942"/>
                </a:cubicBezTo>
                <a:cubicBezTo>
                  <a:pt x="1424336" y="1673661"/>
                  <a:pt x="1463273" y="1677620"/>
                  <a:pt x="1500972" y="1682857"/>
                </a:cubicBezTo>
                <a:lnTo>
                  <a:pt x="1566833" y="1693739"/>
                </a:lnTo>
                <a:lnTo>
                  <a:pt x="1593093" y="1757638"/>
                </a:lnTo>
                <a:cubicBezTo>
                  <a:pt x="1605907" y="1794995"/>
                  <a:pt x="1617203" y="1833627"/>
                  <a:pt x="1627517" y="1871216"/>
                </a:cubicBezTo>
                <a:cubicBezTo>
                  <a:pt x="1633946" y="1894812"/>
                  <a:pt x="1643322" y="1918133"/>
                  <a:pt x="1642518" y="1943101"/>
                </a:cubicBezTo>
                <a:cubicBezTo>
                  <a:pt x="1640107" y="2025412"/>
                  <a:pt x="1638499" y="2107725"/>
                  <a:pt x="1641715" y="2189761"/>
                </a:cubicBezTo>
                <a:cubicBezTo>
                  <a:pt x="1644125" y="2253964"/>
                  <a:pt x="1644928" y="2318717"/>
                  <a:pt x="1669305" y="2379903"/>
                </a:cubicBezTo>
                <a:cubicBezTo>
                  <a:pt x="1669242" y="2381100"/>
                  <a:pt x="1669180" y="2382297"/>
                  <a:pt x="1669117" y="2383495"/>
                </a:cubicBezTo>
                <a:cubicBezTo>
                  <a:pt x="1673135" y="2372016"/>
                  <a:pt x="1720350" y="2420240"/>
                  <a:pt x="1722169" y="2376292"/>
                </a:cubicBezTo>
                <a:cubicBezTo>
                  <a:pt x="1711719" y="2312911"/>
                  <a:pt x="1681361" y="2183726"/>
                  <a:pt x="1680021" y="2119798"/>
                </a:cubicBezTo>
                <a:cubicBezTo>
                  <a:pt x="1677610" y="1983983"/>
                  <a:pt x="1684308" y="1848168"/>
                  <a:pt x="1684306" y="1712628"/>
                </a:cubicBezTo>
                <a:cubicBezTo>
                  <a:pt x="1684306" y="1558981"/>
                  <a:pt x="1673055" y="1406703"/>
                  <a:pt x="1631534" y="1258270"/>
                </a:cubicBezTo>
                <a:cubicBezTo>
                  <a:pt x="1609835" y="1180348"/>
                  <a:pt x="1581442" y="1105169"/>
                  <a:pt x="1545546" y="1033010"/>
                </a:cubicBezTo>
                <a:cubicBezTo>
                  <a:pt x="1520632" y="975301"/>
                  <a:pt x="1492596" y="935197"/>
                  <a:pt x="1482058" y="912011"/>
                </a:cubicBezTo>
                <a:cubicBezTo>
                  <a:pt x="1478307" y="905426"/>
                  <a:pt x="1477504" y="900763"/>
                  <a:pt x="1482326" y="893903"/>
                </a:cubicBezTo>
                <a:cubicBezTo>
                  <a:pt x="1491434" y="881558"/>
                  <a:pt x="1495452" y="867289"/>
                  <a:pt x="1498131" y="852199"/>
                </a:cubicBezTo>
                <a:cubicBezTo>
                  <a:pt x="1504024" y="820097"/>
                  <a:pt x="1498131" y="788819"/>
                  <a:pt x="1490363" y="758088"/>
                </a:cubicBezTo>
                <a:cubicBezTo>
                  <a:pt x="1471344" y="684284"/>
                  <a:pt x="1433840" y="619531"/>
                  <a:pt x="1392854" y="556701"/>
                </a:cubicBezTo>
                <a:cubicBezTo>
                  <a:pt x="1321331" y="446953"/>
                  <a:pt x="1229715" y="356135"/>
                  <a:pt x="1132209" y="271353"/>
                </a:cubicBezTo>
                <a:cubicBezTo>
                  <a:pt x="1027199" y="179713"/>
                  <a:pt x="917637" y="94109"/>
                  <a:pt x="813699" y="1097"/>
                </a:cubicBezTo>
                <a:cubicBezTo>
                  <a:pt x="812897" y="275"/>
                  <a:pt x="811557" y="275"/>
                  <a:pt x="810218" y="0"/>
                </a:cubicBezTo>
                <a:cubicBezTo>
                  <a:pt x="810218" y="1920"/>
                  <a:pt x="810218" y="3292"/>
                  <a:pt x="810486" y="4391"/>
                </a:cubicBezTo>
                <a:cubicBezTo>
                  <a:pt x="830845" y="120998"/>
                  <a:pt x="868080" y="232118"/>
                  <a:pt x="914155" y="340496"/>
                </a:cubicBezTo>
                <a:cubicBezTo>
                  <a:pt x="991303" y="521307"/>
                  <a:pt x="1092561" y="685930"/>
                  <a:pt x="1228378" y="826682"/>
                </a:cubicBezTo>
                <a:cubicBezTo>
                  <a:pt x="1262397" y="861803"/>
                  <a:pt x="1298293" y="894726"/>
                  <a:pt x="1341690" y="917499"/>
                </a:cubicBezTo>
                <a:cubicBezTo>
                  <a:pt x="1363924" y="929022"/>
                  <a:pt x="1387228" y="936431"/>
                  <a:pt x="1412410" y="934785"/>
                </a:cubicBezTo>
                <a:cubicBezTo>
                  <a:pt x="1427143" y="933960"/>
                  <a:pt x="1427411" y="933688"/>
                  <a:pt x="1420713" y="920793"/>
                </a:cubicBezTo>
                <a:cubicBezTo>
                  <a:pt x="1399015" y="879911"/>
                  <a:pt x="1375709" y="839852"/>
                  <a:pt x="1351601" y="800342"/>
                </a:cubicBezTo>
                <a:cubicBezTo>
                  <a:pt x="1273648" y="672759"/>
                  <a:pt x="1185784" y="552310"/>
                  <a:pt x="1099795" y="430764"/>
                </a:cubicBezTo>
                <a:cubicBezTo>
                  <a:pt x="1097116" y="426923"/>
                  <a:pt x="1093098" y="423630"/>
                  <a:pt x="1092829" y="418142"/>
                </a:cubicBezTo>
                <a:cubicBezTo>
                  <a:pt x="1098455" y="417594"/>
                  <a:pt x="1099527" y="421710"/>
                  <a:pt x="1101403" y="424179"/>
                </a:cubicBezTo>
                <a:cubicBezTo>
                  <a:pt x="1170247" y="513625"/>
                  <a:pt x="1239895" y="602520"/>
                  <a:pt x="1305794" y="694435"/>
                </a:cubicBezTo>
                <a:cubicBezTo>
                  <a:pt x="1347316" y="752328"/>
                  <a:pt x="1387228" y="811318"/>
                  <a:pt x="1424463" y="872227"/>
                </a:cubicBezTo>
                <a:cubicBezTo>
                  <a:pt x="1451519" y="916677"/>
                  <a:pt x="1476165" y="962497"/>
                  <a:pt x="1500810" y="1008316"/>
                </a:cubicBezTo>
                <a:cubicBezTo>
                  <a:pt x="1531839" y="1081300"/>
                  <a:pt x="1586397" y="1184417"/>
                  <a:pt x="1610640" y="1310125"/>
                </a:cubicBezTo>
                <a:cubicBezTo>
                  <a:pt x="1644660" y="1459110"/>
                  <a:pt x="1650018" y="1610562"/>
                  <a:pt x="1646268" y="1762565"/>
                </a:cubicBezTo>
                <a:cubicBezTo>
                  <a:pt x="1646268" y="1763937"/>
                  <a:pt x="1647071" y="1766407"/>
                  <a:pt x="1643589" y="1766407"/>
                </a:cubicBezTo>
                <a:lnTo>
                  <a:pt x="1637160" y="1747474"/>
                </a:lnTo>
                <a:cubicBezTo>
                  <a:pt x="1602603" y="1647053"/>
                  <a:pt x="1563456" y="1568132"/>
                  <a:pt x="1480720" y="1478590"/>
                </a:cubicBezTo>
                <a:cubicBezTo>
                  <a:pt x="1397982" y="1389046"/>
                  <a:pt x="1230435" y="1278034"/>
                  <a:pt x="1140741" y="1210217"/>
                </a:cubicBezTo>
                <a:cubicBezTo>
                  <a:pt x="1051045" y="1142403"/>
                  <a:pt x="1014290" y="1129857"/>
                  <a:pt x="942550" y="1071697"/>
                </a:cubicBezTo>
                <a:cubicBezTo>
                  <a:pt x="870809" y="1013535"/>
                  <a:pt x="780483" y="939723"/>
                  <a:pt x="710299" y="861253"/>
                </a:cubicBezTo>
                <a:cubicBezTo>
                  <a:pt x="706280" y="856863"/>
                  <a:pt x="700922" y="853846"/>
                  <a:pt x="706012" y="845339"/>
                </a:cubicBezTo>
                <a:cubicBezTo>
                  <a:pt x="720210" y="821469"/>
                  <a:pt x="723692" y="795129"/>
                  <a:pt x="722086" y="767417"/>
                </a:cubicBezTo>
                <a:cubicBezTo>
                  <a:pt x="719139" y="716659"/>
                  <a:pt x="700119" y="670839"/>
                  <a:pt x="679759" y="625567"/>
                </a:cubicBezTo>
                <a:cubicBezTo>
                  <a:pt x="632613" y="520209"/>
                  <a:pt x="567787" y="426373"/>
                  <a:pt x="497603" y="336106"/>
                </a:cubicBezTo>
                <a:cubicBezTo>
                  <a:pt x="459296" y="286170"/>
                  <a:pt x="422864" y="234862"/>
                  <a:pt x="396076" y="177244"/>
                </a:cubicBezTo>
                <a:cubicBezTo>
                  <a:pt x="380539" y="143770"/>
                  <a:pt x="368752" y="109200"/>
                  <a:pt x="359644" y="72707"/>
                </a:cubicBezTo>
                <a:cubicBezTo>
                  <a:pt x="357769" y="74354"/>
                  <a:pt x="356698" y="75177"/>
                  <a:pt x="355893" y="76001"/>
                </a:cubicBezTo>
                <a:cubicBezTo>
                  <a:pt x="352411" y="81214"/>
                  <a:pt x="348930" y="86702"/>
                  <a:pt x="345714" y="92187"/>
                </a:cubicBezTo>
                <a:cubicBezTo>
                  <a:pt x="319195" y="137460"/>
                  <a:pt x="302318" y="186298"/>
                  <a:pt x="293210" y="237881"/>
                </a:cubicBezTo>
                <a:cubicBezTo>
                  <a:pt x="278477" y="321014"/>
                  <a:pt x="285709" y="403600"/>
                  <a:pt x="300978" y="485638"/>
                </a:cubicBezTo>
                <a:cubicBezTo>
                  <a:pt x="322945" y="602795"/>
                  <a:pt x="368485" y="708427"/>
                  <a:pt x="445633" y="798970"/>
                </a:cubicBezTo>
                <a:cubicBezTo>
                  <a:pt x="477244" y="836010"/>
                  <a:pt x="512603" y="868661"/>
                  <a:pt x="557339" y="888690"/>
                </a:cubicBezTo>
                <a:cubicBezTo>
                  <a:pt x="586806" y="901860"/>
                  <a:pt x="617075" y="906251"/>
                  <a:pt x="648686" y="895823"/>
                </a:cubicBezTo>
                <a:cubicBezTo>
                  <a:pt x="658597" y="892531"/>
                  <a:pt x="659134" y="889513"/>
                  <a:pt x="652705" y="881283"/>
                </a:cubicBezTo>
                <a:cubicBezTo>
                  <a:pt x="568590" y="772357"/>
                  <a:pt x="502156" y="652731"/>
                  <a:pt x="449383" y="525148"/>
                </a:cubicBezTo>
                <a:cubicBezTo>
                  <a:pt x="433043" y="485913"/>
                  <a:pt x="416703" y="446403"/>
                  <a:pt x="404113" y="405521"/>
                </a:cubicBezTo>
                <a:cubicBezTo>
                  <a:pt x="413219" y="424727"/>
                  <a:pt x="421524" y="444207"/>
                  <a:pt x="430098" y="463414"/>
                </a:cubicBezTo>
                <a:cubicBezTo>
                  <a:pt x="498942" y="620354"/>
                  <a:pt x="585466" y="765223"/>
                  <a:pt x="699315" y="892806"/>
                </a:cubicBezTo>
                <a:cubicBezTo>
                  <a:pt x="789859" y="994324"/>
                  <a:pt x="944425" y="1107182"/>
                  <a:pt x="1003893" y="1157849"/>
                </a:cubicBezTo>
                <a:cubicBezTo>
                  <a:pt x="1063363" y="1208516"/>
                  <a:pt x="1052380" y="1190636"/>
                  <a:pt x="1056131" y="1196809"/>
                </a:cubicBezTo>
                <a:lnTo>
                  <a:pt x="1026396" y="1194890"/>
                </a:lnTo>
                <a:cubicBezTo>
                  <a:pt x="965588" y="1191871"/>
                  <a:pt x="906386" y="1202297"/>
                  <a:pt x="847988" y="1218760"/>
                </a:cubicBezTo>
                <a:cubicBezTo>
                  <a:pt x="737889" y="1250038"/>
                  <a:pt x="632344" y="1294212"/>
                  <a:pt x="525462" y="1334545"/>
                </a:cubicBezTo>
                <a:cubicBezTo>
                  <a:pt x="516622" y="1337837"/>
                  <a:pt x="511532" y="1338934"/>
                  <a:pt x="506711" y="1327960"/>
                </a:cubicBezTo>
                <a:cubicBezTo>
                  <a:pt x="468939" y="1241807"/>
                  <a:pt x="387055" y="1245709"/>
                  <a:pt x="302050" y="1262933"/>
                </a:cubicBezTo>
                <a:cubicBezTo>
                  <a:pt x="225689" y="1278407"/>
                  <a:pt x="119549" y="1258220"/>
                  <a:pt x="0" y="1208733"/>
                </a:cubicBezTo>
                <a:cubicBezTo>
                  <a:pt x="15444" y="1240221"/>
                  <a:pt x="32896" y="1270717"/>
                  <a:pt x="51484" y="1299625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67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1CEBA1-0EDA-4340-A4AD-56B021D0A009}"/>
              </a:ext>
            </a:extLst>
          </p:cNvPr>
          <p:cNvSpPr/>
          <p:nvPr/>
        </p:nvSpPr>
        <p:spPr>
          <a:xfrm>
            <a:off x="553628" y="3377152"/>
            <a:ext cx="455455" cy="455456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F2F2F2-DE5A-4BD1-85CE-DD9ECFCBD255}"/>
              </a:ext>
            </a:extLst>
          </p:cNvPr>
          <p:cNvSpPr/>
          <p:nvPr/>
        </p:nvSpPr>
        <p:spPr>
          <a:xfrm>
            <a:off x="2433281" y="3595193"/>
            <a:ext cx="464131" cy="464132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C92DCE5-2166-4668-B521-0638D75A07ED}"/>
              </a:ext>
            </a:extLst>
          </p:cNvPr>
          <p:cNvSpPr/>
          <p:nvPr/>
        </p:nvSpPr>
        <p:spPr>
          <a:xfrm>
            <a:off x="2314579" y="5741794"/>
            <a:ext cx="715839" cy="715838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9050765-659D-4573-A04D-668C8D965743}"/>
              </a:ext>
            </a:extLst>
          </p:cNvPr>
          <p:cNvSpPr/>
          <p:nvPr/>
        </p:nvSpPr>
        <p:spPr>
          <a:xfrm>
            <a:off x="2771990" y="3611118"/>
            <a:ext cx="826317" cy="826317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7A1F9B-E51F-46C1-928E-641E8940A002}"/>
              </a:ext>
            </a:extLst>
          </p:cNvPr>
          <p:cNvSpPr/>
          <p:nvPr/>
        </p:nvSpPr>
        <p:spPr>
          <a:xfrm>
            <a:off x="1352551" y="4688930"/>
            <a:ext cx="225712" cy="225713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2E7F8D1-0943-4483-BBC8-C0EA02399BA2}"/>
              </a:ext>
            </a:extLst>
          </p:cNvPr>
          <p:cNvSpPr/>
          <p:nvPr/>
        </p:nvSpPr>
        <p:spPr>
          <a:xfrm>
            <a:off x="820521" y="824950"/>
            <a:ext cx="464131" cy="464132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C29172-A0D3-46ED-9F09-2AB2F89E9419}"/>
              </a:ext>
            </a:extLst>
          </p:cNvPr>
          <p:cNvSpPr/>
          <p:nvPr/>
        </p:nvSpPr>
        <p:spPr>
          <a:xfrm>
            <a:off x="245878" y="388839"/>
            <a:ext cx="826317" cy="826317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5889500-846F-42F1-99B4-64FC8796EC66}"/>
              </a:ext>
            </a:extLst>
          </p:cNvPr>
          <p:cNvSpPr/>
          <p:nvPr/>
        </p:nvSpPr>
        <p:spPr>
          <a:xfrm>
            <a:off x="29855" y="5050412"/>
            <a:ext cx="225712" cy="225713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BD4DB23-347B-441F-B307-6A5452DFA1EB}"/>
              </a:ext>
            </a:extLst>
          </p:cNvPr>
          <p:cNvSpPr/>
          <p:nvPr/>
        </p:nvSpPr>
        <p:spPr>
          <a:xfrm>
            <a:off x="692609" y="3716897"/>
            <a:ext cx="255823" cy="255824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AA81D6F-6D57-49A7-ACE9-4CB76CAB4B5B}"/>
              </a:ext>
            </a:extLst>
          </p:cNvPr>
          <p:cNvSpPr/>
          <p:nvPr/>
        </p:nvSpPr>
        <p:spPr>
          <a:xfrm>
            <a:off x="3312555" y="1679030"/>
            <a:ext cx="225712" cy="225713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FDB441B-A93D-469C-8F26-6C38E82A4BEC}"/>
              </a:ext>
            </a:extLst>
          </p:cNvPr>
          <p:cNvSpPr/>
          <p:nvPr/>
        </p:nvSpPr>
        <p:spPr>
          <a:xfrm>
            <a:off x="2959435" y="163124"/>
            <a:ext cx="122627" cy="122627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1080410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32" y="33248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342920118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32" y="12347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54013" y="1131593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2"/>
          </a:p>
        </p:txBody>
      </p:sp>
      <p:sp>
        <p:nvSpPr>
          <p:cNvPr id="4" name="Rounded Rectangle 3"/>
          <p:cNvSpPr/>
          <p:nvPr/>
        </p:nvSpPr>
        <p:spPr>
          <a:xfrm>
            <a:off x="531934" y="1347500"/>
            <a:ext cx="153868" cy="5015201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2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/>
        </p:nvSpPr>
        <p:spPr>
          <a:xfrm rot="5400000">
            <a:off x="3057179" y="1276654"/>
            <a:ext cx="685850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2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/>
        </p:nvSpPr>
        <p:spPr>
          <a:xfrm>
            <a:off x="711704" y="1637215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/>
        </p:nvSpPr>
        <p:spPr>
          <a:xfrm>
            <a:off x="711704" y="2127465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/>
        </p:nvSpPr>
        <p:spPr>
          <a:xfrm>
            <a:off x="721229" y="5808440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/>
        </p:nvSpPr>
        <p:spPr>
          <a:xfrm>
            <a:off x="721229" y="4450134"/>
            <a:ext cx="2717296" cy="13853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1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1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6045985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1F0744C-A24C-BC62-1ECD-096ECE43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CD2C83EF-AE54-9EC8-3341-FC7909FDC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5" indent="0" algn="ctr">
              <a:buNone/>
              <a:defRPr sz="1601"/>
            </a:lvl4pPr>
            <a:lvl5pPr marL="1828845" indent="0" algn="ctr">
              <a:buNone/>
              <a:defRPr sz="1601"/>
            </a:lvl5pPr>
            <a:lvl6pPr marL="2286057" indent="0" algn="ctr">
              <a:buNone/>
              <a:defRPr sz="1601"/>
            </a:lvl6pPr>
            <a:lvl7pPr marL="2743268" indent="0" algn="ctr">
              <a:buNone/>
              <a:defRPr sz="1601"/>
            </a:lvl7pPr>
            <a:lvl8pPr marL="3200480" indent="0" algn="ctr">
              <a:buNone/>
              <a:defRPr sz="1601"/>
            </a:lvl8pPr>
            <a:lvl9pPr marL="3657692" indent="0" algn="ctr">
              <a:buNone/>
              <a:defRPr sz="1601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GB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283528E-58CA-C528-E8F5-5F0DA17E1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ABC694A-9E5D-192C-CA09-30B04CBB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BCC34C46-4309-894D-9C4A-F85D0ABDF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8580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34BEBF-DAD7-1E03-4217-6C761B94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D60D205-116B-3442-C688-45CC25DCB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228300CB-DAF0-36A4-62BA-C441FA8E2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D7BAD64-0B52-F922-7475-87A80538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6EFB5BF1-7C8D-DDA3-576D-4BBB6129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5292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6E86A4C-8E40-4F87-A4F0-01A0687C5742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42299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1945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04D2EC5-09CD-01F0-E77A-3C4F5A86D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05C2BBF5-E777-3250-0612-86E1B304F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GB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313CD3C-E5B9-F669-606A-A3AB3BE3D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CED21FE-A66E-BB05-D592-EC0843D5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1280A7A-CD96-54DD-8A54-BE29FCE94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28543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B0C1DC8-6588-BB71-8C8C-CA1AF0D34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E1B71BA-A658-4362-CDD5-44445E868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F2D45EB-AB65-F5D2-9D09-E533B72E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8D3B7B-12DA-1617-BB60-74160C4FA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90DDBB5-9E3C-2ED8-846E-B83B3599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12586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3F56241-0623-BBC6-A742-0907B1A8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GB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98591D0-1DB9-AFF4-E11A-DF79A347B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GB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119C2C5D-0E70-59FC-6457-E18772AD6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3148219F-605D-483D-B1CB-E4CD4A52A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D28DF0A-AB25-8B18-3E9F-CAFCCCA34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091124AB-13FA-C11A-C289-4088515E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0769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04264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49062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Κεφαλίδα ενότητα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E2C82A-DBBF-4524-B523-1A6E25008CD5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47084F-86FA-43E4-88A7-9A6E9D8410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340349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C82A-DBBF-4524-B523-1A6E25008CD5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084F-86FA-43E4-88A7-9A6E9D841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140481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C82A-DBBF-4524-B523-1A6E25008CD5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084F-86FA-43E4-88A7-9A6E9D841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43862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C82A-DBBF-4524-B523-1A6E25008CD5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084F-86FA-43E4-88A7-9A6E9D841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40457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C82A-DBBF-4524-B523-1A6E25008CD5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084F-86FA-43E4-88A7-9A6E9D841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54506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E86A4C-8E40-4F87-A4F0-01A0687C5742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943850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E2C82A-DBBF-4524-B523-1A6E25008CD5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47084F-86FA-43E4-88A7-9A6E9D8410C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5346364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C82A-DBBF-4524-B523-1A6E25008CD5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084F-86FA-43E4-88A7-9A6E9D841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59691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C82A-DBBF-4524-B523-1A6E25008CD5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084F-86FA-43E4-88A7-9A6E9D841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28876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0420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C4C65-A774-4237-B5F4-BE2DE43569A8}" type="datetimeFigureOut">
              <a:rPr lang="en-GB" smtClean="0"/>
              <a:t>19/06/2023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3D182-7209-46B6-AAE8-54284A03F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63070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Κεφαλίδα ενότητα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35214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19153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38911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5378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0424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6E86A4C-8E40-4F87-A4F0-01A0687C5742}" type="datetimeFigureOut">
              <a:rPr lang="en-US" smtClean="0"/>
              <a:t>6/19/2023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1390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6211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323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21" Type="http://schemas.openxmlformats.org/officeDocument/2006/relationships/slideLayout" Target="../slideLayouts/slideLayout26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60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64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9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6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01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4214" r:id="rId5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689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  <p:sldLayoutId id="2147483685" r:id="rId20"/>
    <p:sldLayoutId id="2147483686" r:id="rId21"/>
    <p:sldLayoutId id="2147483687" r:id="rId22"/>
    <p:sldLayoutId id="2147484215" r:id="rId23"/>
    <p:sldLayoutId id="2147484216" r:id="rId24"/>
    <p:sldLayoutId id="2147484217" r:id="rId25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74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4199" r:id="rId2"/>
    <p:sldLayoutId id="2147484200" r:id="rId3"/>
    <p:sldLayoutId id="2147484201" r:id="rId4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522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3" r:id="rId1"/>
    <p:sldLayoutId id="2147484304" r:id="rId2"/>
    <p:sldLayoutId id="2147484305" r:id="rId3"/>
    <p:sldLayoutId id="2147484306" r:id="rId4"/>
    <p:sldLayoutId id="2147484307" r:id="rId5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8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  <p:sldLayoutId id="2147484320" r:id="rId12"/>
    <p:sldLayoutId id="2147484321" r:id="rId13"/>
    <p:sldLayoutId id="2147484322" r:id="rId14"/>
    <p:sldLayoutId id="2147484323" r:id="rId15"/>
    <p:sldLayoutId id="2147484324" r:id="rId16"/>
    <p:sldLayoutId id="2147484325" r:id="rId17"/>
    <p:sldLayoutId id="2147484326" r:id="rId18"/>
    <p:sldLayoutId id="2147484327" r:id="rId19"/>
    <p:sldLayoutId id="2147484328" r:id="rId20"/>
    <p:sldLayoutId id="2147484329" r:id="rId21"/>
    <p:sldLayoutId id="2147484330" r:id="rId22"/>
    <p:sldLayoutId id="2147484331" r:id="rId23"/>
    <p:sldLayoutId id="2147484332" r:id="rId24"/>
    <p:sldLayoutId id="2147484333" r:id="rId25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0758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5" r:id="rId1"/>
    <p:sldLayoutId id="2147484336" r:id="rId2"/>
    <p:sldLayoutId id="2147484337" r:id="rId3"/>
    <p:sldLayoutId id="2147484338" r:id="rId4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4253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0" r:id="rId1"/>
    <p:sldLayoutId id="2147484341" r:id="rId2"/>
    <p:sldLayoutId id="2147484342" r:id="rId3"/>
    <p:sldLayoutId id="2147484343" r:id="rId4"/>
    <p:sldLayoutId id="2147484344" r:id="rId5"/>
    <p:sldLayoutId id="2147484345" r:id="rId6"/>
    <p:sldLayoutId id="2147484346" r:id="rId7"/>
    <p:sldLayoutId id="2147484347" r:id="rId8"/>
    <p:sldLayoutId id="2147484348" r:id="rId9"/>
    <p:sldLayoutId id="2147484349" r:id="rId10"/>
    <p:sldLayoutId id="2147484350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6/19/2023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96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69" r:id="rId1"/>
    <p:sldLayoutId id="2147484370" r:id="rId2"/>
    <p:sldLayoutId id="2147484371" r:id="rId3"/>
    <p:sldLayoutId id="2147484372" r:id="rId4"/>
    <p:sldLayoutId id="2147484373" r:id="rId5"/>
    <p:sldLayoutId id="2147484374" r:id="rId6"/>
    <p:sldLayoutId id="2147484375" r:id="rId7"/>
    <p:sldLayoutId id="2147484376" r:id="rId8"/>
    <p:sldLayoutId id="2147484377" r:id="rId9"/>
    <p:sldLayoutId id="2147484378" r:id="rId10"/>
    <p:sldLayoutId id="214748437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8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56C1DF8-E563-6C9F-83EC-85EA9F185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6893" y="3026306"/>
            <a:ext cx="6474740" cy="1212398"/>
          </a:xfrm>
          <a:noFill/>
        </p:spPr>
        <p:txBody>
          <a:bodyPr>
            <a:normAutofit fontScale="90000"/>
          </a:bodyPr>
          <a:lstStyle/>
          <a:p>
            <a:br>
              <a:rPr lang="el-GR" sz="1800" b="1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l-GR" sz="1800" b="1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l-GR" sz="1800" b="1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8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l-GR" sz="2700" b="1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Βέλτιστος Προγραμματισμός της Λειτουργίας των Μπαταριών των </a:t>
            </a:r>
            <a:r>
              <a:rPr lang="en-US" sz="2700" b="1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Prosumers </a:t>
            </a:r>
            <a:r>
              <a:rPr lang="el-GR" sz="2700" b="1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για Εξοικονόμηση και Συμμετοχή στις </a:t>
            </a:r>
            <a:r>
              <a:rPr lang="en-US" sz="2700" b="1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Peer</a:t>
            </a:r>
            <a:r>
              <a:rPr lang="el-GR" sz="2700" b="1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2700" b="1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l-GR" sz="2700" b="1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2700" b="1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Peer </a:t>
            </a:r>
            <a:r>
              <a:rPr lang="el-GR" sz="2700" b="1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Αγορές</a:t>
            </a:r>
            <a:endParaRPr lang="en-GB" dirty="0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1E011110-14C5-82B2-98ED-CE4776122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0336" y="5029892"/>
            <a:ext cx="6028197" cy="918761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Βασιλειος Γ. Καμπουρακης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GB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l-GR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πιβλέπων καθηγητής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Κορρεσ Γεωργιος</a:t>
            </a:r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3431D0-973D-4D1B-FB21-FADA51B18C0E}"/>
              </a:ext>
            </a:extLst>
          </p:cNvPr>
          <p:cNvSpPr txBox="1"/>
          <p:nvPr/>
        </p:nvSpPr>
        <p:spPr>
          <a:xfrm>
            <a:off x="3520336" y="634681"/>
            <a:ext cx="536257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ΕΘΝΙΚΟ</a:t>
            </a:r>
            <a:r>
              <a:rPr lang="el-GR" sz="2000" spc="-32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ΜΕΤΣΟΒΙΟ</a:t>
            </a:r>
            <a:r>
              <a:rPr lang="el-GR" sz="2000" spc="-41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ΠΟΛΥΤΕΧΝΕΙΟ</a:t>
            </a:r>
            <a:r>
              <a:rPr lang="el-GR" sz="2000" spc="-386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l-GR" sz="20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ΣΧΟΛΗ ΗΛΕΚΤΡΟΛΟΓΩΝ ΜΗΧΑΝΙΚΩΝ</a:t>
            </a:r>
            <a:r>
              <a:rPr lang="el-GR" sz="2000" spc="5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ΚΑΙ ΜΗΧΑΝΙΚΩΝ ΥΠΟΛΟΓΙΣΤΩΝ</a:t>
            </a:r>
            <a:endParaRPr lang="el-GR" sz="2000" spc="5" dirty="0"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l-GR" sz="20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ΤΟΜΕΑΣ</a:t>
            </a:r>
            <a:r>
              <a:rPr lang="el-GR" sz="2000" spc="-2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ΗΛΕΚΤΡΙΚΗΣ</a:t>
            </a:r>
            <a:r>
              <a:rPr lang="el-GR" sz="2000" spc="-5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ΙΣΧΥΟΣ</a:t>
            </a:r>
            <a:endParaRPr lang="en-GB" sz="2000" dirty="0"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B28C12-22EF-EC7F-CFDA-4BB6322FC01D}"/>
              </a:ext>
            </a:extLst>
          </p:cNvPr>
          <p:cNvSpPr txBox="1"/>
          <p:nvPr/>
        </p:nvSpPr>
        <p:spPr>
          <a:xfrm>
            <a:off x="3772475" y="6370366"/>
            <a:ext cx="52191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20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Αθήνα,</a:t>
            </a:r>
            <a:r>
              <a:rPr lang="el-GR" sz="2000" spc="-15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Μάρτιος</a:t>
            </a:r>
            <a:r>
              <a:rPr lang="el-GR" sz="2000" spc="-5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2023</a:t>
            </a:r>
            <a:endParaRPr lang="en-GB" sz="2000" dirty="0"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GB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D75C67-8D62-C2FD-DFC5-2450A5678E1F}"/>
              </a:ext>
            </a:extLst>
          </p:cNvPr>
          <p:cNvSpPr txBox="1"/>
          <p:nvPr/>
        </p:nvSpPr>
        <p:spPr>
          <a:xfrm>
            <a:off x="3882011" y="4418685"/>
            <a:ext cx="53048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ΔΙΠΛΩΜΑΤΙΚΗ</a:t>
            </a:r>
            <a:r>
              <a:rPr lang="el-GR" sz="2400" spc="-6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ΕΡΓΑΣΙΑ</a:t>
            </a:r>
          </a:p>
        </p:txBody>
      </p:sp>
      <p:pic>
        <p:nvPicPr>
          <p:cNvPr id="23" name="Εικόνα 22">
            <a:extLst>
              <a:ext uri="{FF2B5EF4-FFF2-40B4-BE49-F238E27FC236}">
                <a16:creationId xmlns:a16="http://schemas.microsoft.com/office/drawing/2014/main" id="{C6EED6CF-E21C-AC1B-12DE-AD551EF99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4" y="332181"/>
            <a:ext cx="2533651" cy="252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338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3980" y="275368"/>
            <a:ext cx="2245895" cy="647698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Agenda</a:t>
            </a:r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F99A3C-4A68-A31D-6B11-120D9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3362" y="1847427"/>
            <a:ext cx="4742507" cy="3210349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l-GR" dirty="0"/>
              <a:t>Εισαγωγή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Peer-to-Peer </a:t>
            </a:r>
            <a:r>
              <a:rPr lang="el-GR" dirty="0"/>
              <a:t>Αγορές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Στόχοι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Θεωρητικό </a:t>
            </a:r>
            <a:r>
              <a:rPr lang="el-GR" dirty="0" err="1"/>
              <a:t>Υποβαθρο</a:t>
            </a:r>
            <a:endParaRPr lang="el-GR" dirty="0"/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Μαθηματική Διατύπωση Προβλήματος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Επίλυση και Αποτελέσματα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Συμπεράσματα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Μελλοντικές Επεκτάσεις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Q&amp;A</a:t>
            </a:r>
            <a:endParaRPr lang="el-GR" dirty="0"/>
          </a:p>
          <a:p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/>
          <p:nvPr/>
        </p:nvSpPr>
        <p:spPr>
          <a:xfrm>
            <a:off x="0" y="1476798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949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F99A3C-4A68-A31D-6B11-120D9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0291" y="2981325"/>
            <a:ext cx="4066704" cy="542925"/>
          </a:xfrm>
        </p:spPr>
        <p:txBody>
          <a:bodyPr>
            <a:normAutofit fontScale="92500" lnSpcReduction="20000"/>
          </a:bodyPr>
          <a:lstStyle/>
          <a:p>
            <a:r>
              <a:rPr lang="el-GR" sz="4000" dirty="0"/>
              <a:t>Ας Ξεκινήσουμε!!</a:t>
            </a:r>
            <a:endParaRPr lang="en-GB" sz="4000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/>
          <p:nvPr/>
        </p:nvSpPr>
        <p:spPr>
          <a:xfrm>
            <a:off x="0" y="1476798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933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3980" y="275368"/>
            <a:ext cx="2622670" cy="647698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l-GR" dirty="0"/>
              <a:t>Εισαγωγή</a:t>
            </a:r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F99A3C-4A68-A31D-6B11-120D9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712" y="1876002"/>
            <a:ext cx="4742507" cy="3505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Παραγωγή Ενέργειας από Συμβατικούς σταθμούς Παραγωγής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Παραγωγή Ενέργειας σε Κεντρικούς σταθμούς Παραγωγής που βρίσκονται σε απομακρυσμένες περιοχές και μεταφορά της στα σημεία Κατανάλωσης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Απουσία μονάδων Αποθήκευσης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Για να εξασφαλιστεί η Εύρυθμη λειτουργία του δικτύου, η παραγωγή ακολουθάει την ζήτηση</a:t>
            </a:r>
          </a:p>
          <a:p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477008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3700463" y="830467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Παραδοσιακά Συστήματα Ηλεκτρικής Ενέργειας</a:t>
            </a:r>
          </a:p>
          <a:p>
            <a:r>
              <a:rPr lang="el-GR" dirty="0"/>
              <a:t> </a:t>
            </a:r>
            <a:endParaRPr lang="en-GB" dirty="0"/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10F0FCF2-3079-D205-D6F5-47FEAF12D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943" y="1782457"/>
            <a:ext cx="4601388" cy="31594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4819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3980" y="275368"/>
            <a:ext cx="2622670" cy="647698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l-GR" dirty="0"/>
              <a:t>Εισαγωγή</a:t>
            </a:r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F99A3C-4A68-A31D-6B11-120D9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712" y="1876002"/>
            <a:ext cx="4601389" cy="31594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Παραγωγή Ενέργειας κυρίως από </a:t>
            </a:r>
            <a:r>
              <a:rPr lang="en-US" dirty="0"/>
              <a:t>RES</a:t>
            </a:r>
            <a:endParaRPr lang="el-GR" dirty="0"/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Αποκεντροποίηση της παραγωγής-Ισχυρή Διείσδυση </a:t>
            </a:r>
            <a:r>
              <a:rPr lang="en-US" dirty="0"/>
              <a:t>DES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Σημαντική παρουσία μονάδων Αποθήκευσης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Για την εύρυθμη λειτουργία του συστήματος η ζήτηση κυνηγάει την παραγωγή μέσω των ευέλικτων φορτίων και των συστημάτων αποθήκευσης</a:t>
            </a:r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476798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4100512" y="830467"/>
            <a:ext cx="3852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Νέα Συστήματα Ηλεκτρικής Ενέργειας</a:t>
            </a:r>
          </a:p>
          <a:p>
            <a:r>
              <a:rPr lang="el-GR" dirty="0"/>
              <a:t> </a:t>
            </a:r>
            <a:endParaRPr lang="en-GB" dirty="0"/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C74876E9-AD81-F5CC-A36F-106F27634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943" y="1875056"/>
            <a:ext cx="4892710" cy="315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31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3980" y="275368"/>
            <a:ext cx="2622670" cy="647698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l-GR" dirty="0"/>
              <a:t>Εισαγωγή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454373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5009417" y="808463"/>
            <a:ext cx="2382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Prosumers-</a:t>
            </a:r>
            <a:r>
              <a:rPr lang="el-GR" dirty="0"/>
              <a:t>Ευκαιρίες</a:t>
            </a:r>
          </a:p>
          <a:p>
            <a:endParaRPr lang="en-US" dirty="0"/>
          </a:p>
          <a:p>
            <a:endParaRPr lang="el-GR" dirty="0"/>
          </a:p>
          <a:p>
            <a:r>
              <a:rPr lang="el-GR" dirty="0"/>
              <a:t> 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58424-52D0-D247-65BB-C87297EFFAC3}"/>
              </a:ext>
            </a:extLst>
          </p:cNvPr>
          <p:cNvSpPr txBox="1"/>
          <p:nvPr/>
        </p:nvSpPr>
        <p:spPr>
          <a:xfrm>
            <a:off x="747712" y="1803620"/>
            <a:ext cx="97583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Καταναλωτές που έχουν την δυνατότητα να παράγουν Ενέργεια συνήθως μέσα από μικρές μονάδες ΑΠΕ. Οι καταναλωτές αυτοί συχνά εφοδιάζονται με Συστήματα Αποθήκευσης Ηλεκτρικής Ενέργειας.</a:t>
            </a:r>
            <a:r>
              <a:rPr lang="en-US" dirty="0"/>
              <a:t> (BESS)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335996-1CE4-1D26-7889-813D5AF91D52}"/>
              </a:ext>
            </a:extLst>
          </p:cNvPr>
          <p:cNvSpPr txBox="1"/>
          <p:nvPr/>
        </p:nvSpPr>
        <p:spPr>
          <a:xfrm>
            <a:off x="747712" y="1480193"/>
            <a:ext cx="1147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Ορισμός</a:t>
            </a:r>
            <a:r>
              <a:rPr lang="en-US" b="1" dirty="0"/>
              <a:t>:</a:t>
            </a:r>
            <a:endParaRPr lang="en-GB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45664B-C160-B31E-C60B-B918AFF506F5}"/>
              </a:ext>
            </a:extLst>
          </p:cNvPr>
          <p:cNvSpPr txBox="1"/>
          <p:nvPr/>
        </p:nvSpPr>
        <p:spPr>
          <a:xfrm>
            <a:off x="747712" y="2726950"/>
            <a:ext cx="1223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Ευκαιρίες</a:t>
            </a:r>
            <a:r>
              <a:rPr lang="en-US" b="1" dirty="0"/>
              <a:t>:</a:t>
            </a:r>
            <a:endParaRPr lang="en-GB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1DE257-713D-BB0E-3A7B-AF9BAE9292C7}"/>
              </a:ext>
            </a:extLst>
          </p:cNvPr>
          <p:cNvSpPr txBox="1"/>
          <p:nvPr/>
        </p:nvSpPr>
        <p:spPr>
          <a:xfrm>
            <a:off x="747711" y="3060957"/>
            <a:ext cx="8358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Στα νέα ΣΗΕ, απλοί καταναλωτές και </a:t>
            </a:r>
            <a:r>
              <a:rPr lang="en-US" dirty="0"/>
              <a:t>Prosumers</a:t>
            </a:r>
            <a:r>
              <a:rPr lang="el-GR" dirty="0"/>
              <a:t> μπορούν να επωφελούνται οικονομικά παρέχοντας  υπηρεσίες όπως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C89AA2-FEC8-7D64-70BD-E65DF2D57997}"/>
              </a:ext>
            </a:extLst>
          </p:cNvPr>
          <p:cNvSpPr txBox="1"/>
          <p:nvPr/>
        </p:nvSpPr>
        <p:spPr>
          <a:xfrm>
            <a:off x="8448674" y="5125946"/>
            <a:ext cx="3293269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l-GR" dirty="0"/>
              <a:t>Στο πλαίσιο αυτό γεννιούνται και οι </a:t>
            </a:r>
            <a:r>
              <a:rPr lang="en-US" dirty="0"/>
              <a:t>P2P</a:t>
            </a:r>
            <a:r>
              <a:rPr lang="el-GR" dirty="0"/>
              <a:t> αγορές!!!!!</a:t>
            </a:r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3233AB-E051-4B9E-FF5A-5C1BF4416056}"/>
              </a:ext>
            </a:extLst>
          </p:cNvPr>
          <p:cNvSpPr txBox="1"/>
          <p:nvPr/>
        </p:nvSpPr>
        <p:spPr>
          <a:xfrm>
            <a:off x="3648076" y="3587867"/>
            <a:ext cx="39052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Πώληση περίσσειας ενέργειας, π.χ. από </a:t>
            </a:r>
            <a:r>
              <a:rPr lang="en-US" dirty="0"/>
              <a:t>DES </a:t>
            </a:r>
            <a:r>
              <a:rPr lang="el-GR" dirty="0"/>
              <a:t>ή </a:t>
            </a:r>
            <a:r>
              <a:rPr lang="en-US" dirty="0"/>
              <a:t>EV </a:t>
            </a:r>
            <a:r>
              <a:rPr lang="el-GR" dirty="0"/>
              <a:t>μέσω </a:t>
            </a:r>
            <a:r>
              <a:rPr lang="en-US" dirty="0"/>
              <a:t>V2G</a:t>
            </a:r>
            <a:br>
              <a:rPr lang="el-GR" dirty="0"/>
            </a:b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Μείωση φορτίου αιχμής μέσω </a:t>
            </a:r>
            <a:r>
              <a:rPr lang="en-US" dirty="0"/>
              <a:t>BESS</a:t>
            </a:r>
            <a:r>
              <a:rPr lang="el-GR" dirty="0"/>
              <a:t> ή ευέλικτα φορτία</a:t>
            </a:r>
            <a:r>
              <a:rPr lang="en-US" dirty="0"/>
              <a:t>, </a:t>
            </a:r>
            <a:r>
              <a:rPr lang="el-GR" dirty="0"/>
              <a:t>π.χ. </a:t>
            </a:r>
            <a:r>
              <a:rPr lang="en-US" dirty="0"/>
              <a:t>V1G</a:t>
            </a:r>
          </a:p>
          <a:p>
            <a:br>
              <a:rPr lang="el-GR" dirty="0"/>
            </a:b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7DA132-6EF9-1887-A8E3-2BF8AD0BB811}"/>
              </a:ext>
            </a:extLst>
          </p:cNvPr>
          <p:cNvSpPr txBox="1"/>
          <p:nvPr/>
        </p:nvSpPr>
        <p:spPr>
          <a:xfrm>
            <a:off x="4339369" y="3993791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49160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3B557CC-8495-F1F1-ADB1-357BB431A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3C1DF5A-3B93-A348-39A1-25BBDD0A7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DF248A1E-3D7F-1258-53BD-4171FF5DBD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0648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350" y="365108"/>
            <a:ext cx="4638675" cy="647698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Peer-to-Peer </a:t>
            </a:r>
            <a:r>
              <a:rPr lang="el-GR" dirty="0"/>
              <a:t>Αγορές</a:t>
            </a:r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F99A3C-4A68-A31D-6B11-120D9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712" y="1876001"/>
            <a:ext cx="3662363" cy="3678765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Prosumers </a:t>
            </a:r>
            <a:r>
              <a:rPr lang="el-GR" dirty="0"/>
              <a:t>και λοιποί συμμετέχοντες δύναται να Εμπορεύονται Ενέργεια απευθείας μεταξύ τους χωρίς να παρεμβάλλεται κάποιος μεσάζοντας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Οι συναλλαγές γίνονται σε καθορισμένα χρονικά βήματα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Οι συμμετέχοντες γνωστοποιούν την ποσότητα της ενέργειας που επιθυμούν να αγοράσουν ή να πουλήσουν στο επόμενο χρονικό βήμα και η αγορά εκκαθαρίζεται.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Η διαδικασία επαναλβάνεται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Το </a:t>
            </a:r>
            <a:r>
              <a:rPr lang="en-US" dirty="0"/>
              <a:t>Blockchain </a:t>
            </a:r>
            <a:r>
              <a:rPr lang="el-GR" dirty="0"/>
              <a:t>αποτελεί τεχνολογία-κλειδί για τις </a:t>
            </a:r>
            <a:r>
              <a:rPr lang="en-US" dirty="0"/>
              <a:t>P2P</a:t>
            </a:r>
            <a:r>
              <a:rPr lang="el-GR" dirty="0"/>
              <a:t> αγορές καθώς μέσω των έξυπνων συμβολαίων εξασφαλίζει την διαφάνεια και την ασφάλεια των </a:t>
            </a:r>
            <a:r>
              <a:rPr lang="el-GR" dirty="0" err="1"/>
              <a:t>συναλλάγων</a:t>
            </a:r>
            <a:endParaRPr lang="el-GR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4983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4100512" y="830467"/>
            <a:ext cx="3852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 </a:t>
            </a:r>
            <a:endParaRPr lang="en-GB" dirty="0"/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1A092BD6-CC9E-9652-2CD7-27EB30669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886" y="1876001"/>
            <a:ext cx="6224589" cy="308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88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9888" y="359491"/>
            <a:ext cx="6634162" cy="647698"/>
          </a:xfrm>
        </p:spPr>
        <p:txBody>
          <a:bodyPr>
            <a:normAutofit fontScale="90000"/>
          </a:bodyPr>
          <a:lstStyle/>
          <a:p>
            <a:pPr algn="ctr"/>
            <a:r>
              <a:rPr lang="el-GR" dirty="0"/>
              <a:t>Θεωρητικό Υπόβαθρο</a:t>
            </a:r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F99A3C-4A68-A31D-6B11-120D9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299" y="2049932"/>
            <a:ext cx="9032632" cy="955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dirty="0"/>
              <a:t>Η Στοχαστική Βελτιστοποίηση είναι κλάδος της μαθηματικής βελτιστοποίησης και χρησιμοποιείται για να βρεθεί η βέλτιστη λύση από ένα σύνολο πιθανών λύσεων </a:t>
            </a:r>
            <a:r>
              <a:rPr lang="el-GR" dirty="0" err="1"/>
              <a:t>υπο</a:t>
            </a:r>
            <a:r>
              <a:rPr lang="el-GR" dirty="0"/>
              <a:t> συνθήκες αβεβαιότητας.</a:t>
            </a:r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478165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4698389" y="860493"/>
            <a:ext cx="3035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Στοχαστική Βελτιστοποίηση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5AAF92-6FC7-BD56-E521-776D1DDCA2D3}"/>
              </a:ext>
            </a:extLst>
          </p:cNvPr>
          <p:cNvSpPr txBox="1"/>
          <p:nvPr/>
        </p:nvSpPr>
        <p:spPr>
          <a:xfrm>
            <a:off x="1521069" y="1612543"/>
            <a:ext cx="1647458" cy="378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Ορισμός</a:t>
            </a:r>
            <a:r>
              <a:rPr lang="en-US" b="1" dirty="0"/>
              <a:t>: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6CED2-3163-C272-EC4D-5313A88C253E}"/>
              </a:ext>
            </a:extLst>
          </p:cNvPr>
          <p:cNvSpPr txBox="1"/>
          <p:nvPr/>
        </p:nvSpPr>
        <p:spPr>
          <a:xfrm>
            <a:off x="1611213" y="3367481"/>
            <a:ext cx="3294895" cy="378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Επίλυση και Σημασία Σεναρίων</a:t>
            </a:r>
            <a:r>
              <a:rPr lang="en-US" b="1" dirty="0"/>
              <a:t>: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3857C1-108B-F37D-3949-6FFD007C3105}"/>
              </a:ext>
            </a:extLst>
          </p:cNvPr>
          <p:cNvSpPr txBox="1"/>
          <p:nvPr/>
        </p:nvSpPr>
        <p:spPr>
          <a:xfrm>
            <a:off x="1632083" y="3739012"/>
            <a:ext cx="96740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l-GR" dirty="0"/>
              <a:t>Συχνά για την επίλυση στοχαστικών προβλημάτων κατασκευάζονται σενάρια μέσω διαφόρων τεχνικών, όπως η τεχνική </a:t>
            </a:r>
            <a:r>
              <a:rPr lang="en-US" dirty="0"/>
              <a:t>Monte Carlo</a:t>
            </a:r>
            <a:r>
              <a:rPr lang="el-GR" dirty="0"/>
              <a:t> και τα σενάρια αυτά χρησιμοποιούνται για προσομοιώσουν την αβεβαιότητα στο πρόβλημα. Το πλήθος και η ποιότητα των σεναρίων διαδραματίζει καίριο ρόλο για την ποιότητα της λύσης μας.</a:t>
            </a:r>
          </a:p>
        </p:txBody>
      </p:sp>
    </p:spTree>
    <p:extLst>
      <p:ext uri="{BB962C8B-B14F-4D97-AF65-F5344CB8AC3E}">
        <p14:creationId xmlns:p14="http://schemas.microsoft.com/office/powerpoint/2010/main" val="4284975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4716" y="223461"/>
            <a:ext cx="7847500" cy="647698"/>
          </a:xfrm>
        </p:spPr>
        <p:txBody>
          <a:bodyPr>
            <a:normAutofit fontScale="90000"/>
          </a:bodyPr>
          <a:lstStyle/>
          <a:p>
            <a:pPr algn="ctr"/>
            <a:r>
              <a:rPr lang="el-GR" dirty="0"/>
              <a:t>Θεωρητικό Υπόβαθρο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586292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4100512" y="830467"/>
            <a:ext cx="3852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Χρονοσειρές και Μοντέλα Πρόβλεψης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FF3F42-5A6A-6B6E-4894-50476CDAF0F8}"/>
              </a:ext>
            </a:extLst>
          </p:cNvPr>
          <p:cNvSpPr txBox="1"/>
          <p:nvPr/>
        </p:nvSpPr>
        <p:spPr>
          <a:xfrm>
            <a:off x="1524913" y="1431429"/>
            <a:ext cx="33636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Τι είναι Χρονοσειρά</a:t>
            </a:r>
            <a:r>
              <a:rPr lang="en-US" b="1" dirty="0"/>
              <a:t>;</a:t>
            </a:r>
            <a:endParaRPr lang="en-GB" b="1" dirty="0"/>
          </a:p>
        </p:txBody>
      </p:sp>
      <p:sp>
        <p:nvSpPr>
          <p:cNvPr id="11" name="Θέση περιεχομένου 10">
            <a:extLst>
              <a:ext uri="{FF2B5EF4-FFF2-40B4-BE49-F238E27FC236}">
                <a16:creationId xmlns:a16="http://schemas.microsoft.com/office/drawing/2014/main" id="{C236A41F-325D-F11F-CA55-C207795E5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914" y="1806805"/>
            <a:ext cx="9219285" cy="883641"/>
          </a:xfrm>
        </p:spPr>
        <p:txBody>
          <a:bodyPr>
            <a:normAutofit lnSpcReduction="10000"/>
          </a:bodyPr>
          <a:lstStyle/>
          <a:p>
            <a:r>
              <a:rPr lang="el-GR" dirty="0"/>
              <a:t>Ένα απλό παράδειγμα χρονοσειράς είναι το ωριαίο ηλεκτρικό φορτίο ενός σπιτιού. Οι χρονοσειρές είναι ακολουθίες δεδομένων που αποτελούνται από παρατηρήσεις που έχουν ληφθεί με συγκεκριμένη συχνότητα.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32C8D7-F0EE-180A-29D7-040CEBBF9755}"/>
              </a:ext>
            </a:extLst>
          </p:cNvPr>
          <p:cNvSpPr txBox="1"/>
          <p:nvPr/>
        </p:nvSpPr>
        <p:spPr>
          <a:xfrm>
            <a:off x="747712" y="3385744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B7AECA-7803-8C40-D071-0B5E88855A13}"/>
              </a:ext>
            </a:extLst>
          </p:cNvPr>
          <p:cNvSpPr txBox="1"/>
          <p:nvPr/>
        </p:nvSpPr>
        <p:spPr>
          <a:xfrm>
            <a:off x="1524914" y="2928856"/>
            <a:ext cx="100633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Συχνά μας ενδιαφέρει να προβλέψουμε πως θα κινηθούν κάποια δεδομένα χρονοσειρών και για αυτό καταφεύγουμε στα μοντέλα πρόβλεψης΄. Τα μοντέλα αυτά είναι συνήθως γραμμικά. Πιο γνωστά τέτοια μοντέλα είναι τα </a:t>
            </a:r>
            <a:r>
              <a:rPr lang="en-US" dirty="0"/>
              <a:t>AR,MA, ARMA, ARIMA, SARIMA </a:t>
            </a:r>
            <a:r>
              <a:rPr lang="el-GR" dirty="0"/>
              <a:t>και </a:t>
            </a:r>
            <a:r>
              <a:rPr lang="en-US" dirty="0"/>
              <a:t>SARIMAX.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427E8D-A0CB-961F-139A-8EA5C7D9D047}"/>
              </a:ext>
            </a:extLst>
          </p:cNvPr>
          <p:cNvSpPr txBox="1"/>
          <p:nvPr/>
        </p:nvSpPr>
        <p:spPr>
          <a:xfrm>
            <a:off x="1524913" y="2605017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Μοντέλα Πρόβλεψης Χρονοσειρών</a:t>
            </a:r>
            <a:endParaRPr lang="en-GB" b="1" dirty="0"/>
          </a:p>
        </p:txBody>
      </p:sp>
      <p:pic>
        <p:nvPicPr>
          <p:cNvPr id="24" name="Εικόνα 23">
            <a:extLst>
              <a:ext uri="{FF2B5EF4-FFF2-40B4-BE49-F238E27FC236}">
                <a16:creationId xmlns:a16="http://schemas.microsoft.com/office/drawing/2014/main" id="{70A19FB6-294A-BE4F-01F4-EC957CB07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513" y="3852186"/>
            <a:ext cx="4756150" cy="239014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036BF02-C2FE-313D-A5C3-A0CBF0241722}"/>
              </a:ext>
            </a:extLst>
          </p:cNvPr>
          <p:cNvSpPr txBox="1"/>
          <p:nvPr/>
        </p:nvSpPr>
        <p:spPr>
          <a:xfrm>
            <a:off x="1710626" y="4547484"/>
            <a:ext cx="14960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Παράδειγμα Χρονοσειράς</a:t>
            </a:r>
            <a:endParaRPr lang="en-GB" dirty="0"/>
          </a:p>
        </p:txBody>
      </p:sp>
      <p:sp>
        <p:nvSpPr>
          <p:cNvPr id="28" name="Βέλος: Δεξιό 27">
            <a:extLst>
              <a:ext uri="{FF2B5EF4-FFF2-40B4-BE49-F238E27FC236}">
                <a16:creationId xmlns:a16="http://schemas.microsoft.com/office/drawing/2014/main" id="{7EFAA979-4F69-CB84-3DD5-4BC143869631}"/>
              </a:ext>
            </a:extLst>
          </p:cNvPr>
          <p:cNvSpPr/>
          <p:nvPr/>
        </p:nvSpPr>
        <p:spPr>
          <a:xfrm rot="20625601">
            <a:off x="3065904" y="4547484"/>
            <a:ext cx="822432" cy="323839"/>
          </a:xfrm>
          <a:prstGeom prst="righ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78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4716" y="223461"/>
            <a:ext cx="7847500" cy="647698"/>
          </a:xfrm>
        </p:spPr>
        <p:txBody>
          <a:bodyPr>
            <a:normAutofit fontScale="90000"/>
          </a:bodyPr>
          <a:lstStyle/>
          <a:p>
            <a:pPr algn="ctr"/>
            <a:r>
              <a:rPr lang="el-GR" dirty="0"/>
              <a:t>Θεωρητικό Υπόβαθρο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586292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2946400" y="781992"/>
            <a:ext cx="651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Συνάρτηση Οριακής Χρησιμότητας  (</a:t>
            </a:r>
            <a:r>
              <a:rPr lang="en-US" dirty="0"/>
              <a:t>Marginal Utility Function)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65369C-4D61-C859-931F-9CC5EB53B4AA}"/>
              </a:ext>
            </a:extLst>
          </p:cNvPr>
          <p:cNvSpPr txBox="1"/>
          <p:nvPr/>
        </p:nvSpPr>
        <p:spPr>
          <a:xfrm>
            <a:off x="1885376" y="1855034"/>
            <a:ext cx="3347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Στις επιστήμες των οικονομικών</a:t>
            </a:r>
            <a:r>
              <a:rPr lang="en-US" b="1" dirty="0"/>
              <a:t>:</a:t>
            </a:r>
            <a:endParaRPr lang="en-GB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2C23F9-3C51-0646-3238-21F884EF792B}"/>
              </a:ext>
            </a:extLst>
          </p:cNvPr>
          <p:cNvSpPr txBox="1"/>
          <p:nvPr/>
        </p:nvSpPr>
        <p:spPr>
          <a:xfrm>
            <a:off x="7118568" y="1910761"/>
            <a:ext cx="2693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Στον χώρο της Ενέργειας</a:t>
            </a:r>
            <a:r>
              <a:rPr lang="en-US" b="1" dirty="0"/>
              <a:t>:</a:t>
            </a:r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290D54-2D48-C0C3-C016-2ED794FBD466}"/>
              </a:ext>
            </a:extLst>
          </p:cNvPr>
          <p:cNvSpPr txBox="1"/>
          <p:nvPr/>
        </p:nvSpPr>
        <p:spPr>
          <a:xfrm>
            <a:off x="7111544" y="2650467"/>
            <a:ext cx="31371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Μέτρο της επιθυμίας ενός </a:t>
            </a:r>
            <a:r>
              <a:rPr lang="en-US" dirty="0"/>
              <a:t>Decision Maker</a:t>
            </a:r>
            <a:r>
              <a:rPr lang="el-GR" dirty="0"/>
              <a:t> να αγοράσει ή να πουλήσει ενέργεια ανάλογα με τη τιμή.</a:t>
            </a:r>
            <a:endParaRPr lang="en-GB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D3DD70-7A7B-2764-50C4-70E4ECB31FDD}"/>
              </a:ext>
            </a:extLst>
          </p:cNvPr>
          <p:cNvSpPr txBox="1"/>
          <p:nvPr/>
        </p:nvSpPr>
        <p:spPr>
          <a:xfrm>
            <a:off x="1964716" y="2493108"/>
            <a:ext cx="33478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ea typeface="Calibri" panose="020F0502020204030204" pitchFamily="34" charset="0"/>
              </a:rPr>
              <a:t>Ε</a:t>
            </a:r>
            <a:r>
              <a:rPr lang="el-G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κφράζει την πρόσθετη ικανοποίηση (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Utility</a:t>
            </a:r>
            <a:r>
              <a:rPr lang="el-G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που αποκομίζει ένας καταναλωτής από την κατανάλωση μιας ακόμη μονάδας ενός αγαθού ή μιας υπηρεσίας.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3423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350" y="365108"/>
            <a:ext cx="4638675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Στόχοι της Εργασίας</a:t>
            </a:r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F99A3C-4A68-A31D-6B11-120D9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4351" y="1911957"/>
            <a:ext cx="4110528" cy="3159418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l-GR" dirty="0"/>
              <a:t>Ανάδειξη του οικονομικού οφέλους που δύναται να προκύψει από την χρήση οικιακών μπαταριών για τους </a:t>
            </a:r>
            <a:r>
              <a:rPr lang="en-US" dirty="0"/>
              <a:t>Prosumers</a:t>
            </a:r>
            <a:endParaRPr lang="el-GR" dirty="0"/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Προσδιορισμός της Βέλτιστης Στρατηγικής αγοράς και πώλησης ενέργειας μέσω της επίλυσης ενός Στοχαστικού Προβλήματος Βελτιστοποίησης 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Κατασκευή Συνάρτησης Οριακής Χρησιμότητας που θα χρησιμοποιηθεί από τον </a:t>
            </a:r>
            <a:r>
              <a:rPr lang="en-US" dirty="0"/>
              <a:t>Prosumer </a:t>
            </a:r>
            <a:r>
              <a:rPr lang="el-GR" dirty="0"/>
              <a:t>για να εκφράσει την επιθυμία του να πουλήσει ή να αγοράσει ενέργεια, ανάλογα με την τιμή της ενέργειας αυτής</a:t>
            </a:r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478165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4100512" y="830467"/>
            <a:ext cx="3852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0122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264924"/>
            <a:ext cx="5762625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Μαθηματική Διατύπωση </a:t>
            </a:r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F99A3C-4A68-A31D-6B11-120D9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038" y="1875057"/>
            <a:ext cx="10201275" cy="9349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dirty="0"/>
              <a:t>Επειδή η απευθείας κατάστρωση και επίλυση του Στοχαστικού Προβλήματος είναι ιδιαίτερα περίπλοκη καταστρώνουμε αρχικά ένα Ντετερμινιστικό πρόβλημα βελτιστοποίησης, κάνοντας τις παρακάτω παραδοχές</a:t>
            </a:r>
            <a:r>
              <a:rPr lang="en-US" dirty="0"/>
              <a:t>:</a:t>
            </a:r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554075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4386263" y="787480"/>
            <a:ext cx="4005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 Ντετερμινιστικό Πρόβλημα-Παραδοχές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1C28BF-F9A8-BB74-56DD-FE0F13799570}"/>
              </a:ext>
            </a:extLst>
          </p:cNvPr>
          <p:cNvSpPr txBox="1"/>
          <p:nvPr/>
        </p:nvSpPr>
        <p:spPr>
          <a:xfrm>
            <a:off x="995362" y="4081761"/>
            <a:ext cx="9567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H </a:t>
            </a:r>
            <a:r>
              <a:rPr lang="el-GR" dirty="0"/>
              <a:t>λύση του προβλήματος  μας δίνει την συμπεριφορά φόρτισης και εκφόρτισης που πρέπει να ακολουθηθεί για να ελαχιστοποιηθεί το κόστος του </a:t>
            </a:r>
            <a:r>
              <a:rPr lang="en-US" dirty="0"/>
              <a:t>Prosumer</a:t>
            </a:r>
            <a:r>
              <a:rPr lang="el-GR" dirty="0"/>
              <a:t>. Με αυτόν τον τρόπο</a:t>
            </a:r>
            <a:r>
              <a:rPr lang="en-US" dirty="0"/>
              <a:t>:</a:t>
            </a:r>
            <a:endParaRPr lang="el-GR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D042A3-91FB-EA37-BCE0-1DF7010DD0CF}"/>
              </a:ext>
            </a:extLst>
          </p:cNvPr>
          <p:cNvSpPr txBox="1"/>
          <p:nvPr/>
        </p:nvSpPr>
        <p:spPr>
          <a:xfrm>
            <a:off x="995362" y="2828836"/>
            <a:ext cx="37099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Έχουμε πλήρη επίγνωση του Φορτίου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CA49C2-F61D-ED5A-08D6-F4A0975490FA}"/>
              </a:ext>
            </a:extLst>
          </p:cNvPr>
          <p:cNvSpPr txBox="1"/>
          <p:nvPr/>
        </p:nvSpPr>
        <p:spPr>
          <a:xfrm>
            <a:off x="995362" y="3413516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Η ενέργεια αγοράζεται από έναν κεντρικό πάροχο και δεν υπάρχει συμμετοχή σε κάποια </a:t>
            </a:r>
            <a:r>
              <a:rPr lang="en-US" dirty="0"/>
              <a:t>P2P</a:t>
            </a:r>
            <a:r>
              <a:rPr lang="el-GR" dirty="0"/>
              <a:t> αγορά</a:t>
            </a:r>
            <a:endParaRPr lang="en-GB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AB9D84-32DA-D63E-7D8E-8A8B7E996057}"/>
              </a:ext>
            </a:extLst>
          </p:cNvPr>
          <p:cNvSpPr txBox="1"/>
          <p:nvPr/>
        </p:nvSpPr>
        <p:spPr>
          <a:xfrm>
            <a:off x="1062038" y="4728092"/>
            <a:ext cx="7681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Μπορούν να αναδειχθούν τα οικονομικά οφέλη που εμφανίζονται για τους </a:t>
            </a:r>
            <a:r>
              <a:rPr lang="en-US" dirty="0"/>
              <a:t>Prosumer </a:t>
            </a:r>
            <a:r>
              <a:rPr lang="el-GR" dirty="0"/>
              <a:t>όταν εφοδιάζονται με </a:t>
            </a:r>
            <a:r>
              <a:rPr lang="en-US" dirty="0"/>
              <a:t>BESS</a:t>
            </a:r>
            <a:r>
              <a:rPr lang="el-GR" dirty="0"/>
              <a:t> </a:t>
            </a:r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D2EE4D-D7C4-ECD2-D5CD-B1AA34A5C1F3}"/>
              </a:ext>
            </a:extLst>
          </p:cNvPr>
          <p:cNvSpPr txBox="1"/>
          <p:nvPr/>
        </p:nvSpPr>
        <p:spPr>
          <a:xfrm>
            <a:off x="1062038" y="5433141"/>
            <a:ext cx="6105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Η κατανόηση του προβλήματος γίνεται ευκολότερη καθώς το ντετερμινιστικό είναι σημαντικά πιο απλό από το στοχαστικό πρόβλημα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6045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264924"/>
            <a:ext cx="5762625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Μαθηματική Διατύπωση 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479405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4406560" y="840548"/>
            <a:ext cx="4005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 Ντετερμινιστικό Πρόβλημα-Εξισώσεις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4A572-6794-6357-FE80-C3BC472CE931}"/>
              </a:ext>
            </a:extLst>
          </p:cNvPr>
          <p:cNvSpPr txBox="1"/>
          <p:nvPr/>
        </p:nvSpPr>
        <p:spPr>
          <a:xfrm>
            <a:off x="1502569" y="1911957"/>
            <a:ext cx="2693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Αντικειμενική Συνάρτηση</a:t>
            </a:r>
            <a:r>
              <a:rPr lang="en-US" b="1" dirty="0"/>
              <a:t>: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08F060-2B0A-BEF6-201B-67C42A8F6A57}"/>
                  </a:ext>
                </a:extLst>
              </p:cNvPr>
              <p:cNvSpPr txBox="1"/>
              <p:nvPr/>
            </p:nvSpPr>
            <p:spPr>
              <a:xfrm>
                <a:off x="1254919" y="2281289"/>
                <a:ext cx="3224212" cy="1131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l-GR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ctrlPr>
                            <a:rPr lang="en-GB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1600" i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𝛵</m:t>
                              </m:r>
                            </m:sup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16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Sup>
                                <m:sSubSupPr>
                                  <m:ctrlPr>
                                    <a:rPr lang="en-GB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bSup>
                              <m:r>
                                <a:rPr lang="en-GB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16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Sup>
                                <m:sSubSupPr>
                                  <m:ctrlPr>
                                    <a:rPr lang="en-GB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GB" sz="16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16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Sup>
                                <m:sSubSupPr>
                                  <m:ctrlPr>
                                    <a:rPr lang="en-GB" sz="1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08F060-2B0A-BEF6-201B-67C42A8F6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919" y="2281289"/>
                <a:ext cx="3224212" cy="1131272"/>
              </a:xfrm>
              <a:prstGeom prst="rect">
                <a:avLst/>
              </a:prstGeom>
              <a:blipFill>
                <a:blip r:embed="rId2"/>
                <a:stretch>
                  <a:fillRect r="-2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F59170E-DF83-A631-C699-7A8434822C55}"/>
              </a:ext>
            </a:extLst>
          </p:cNvPr>
          <p:cNvSpPr txBox="1"/>
          <p:nvPr/>
        </p:nvSpPr>
        <p:spPr>
          <a:xfrm>
            <a:off x="6677023" y="1911957"/>
            <a:ext cx="1538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Περιορισμοί</a:t>
            </a:r>
            <a:r>
              <a:rPr lang="en-US" b="1" dirty="0"/>
              <a:t>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5380CD-E648-FDBE-FACE-BC9648E14F7C}"/>
                  </a:ext>
                </a:extLst>
              </p:cNvPr>
              <p:cNvSpPr txBox="1"/>
              <p:nvPr/>
            </p:nvSpPr>
            <p:spPr>
              <a:xfrm>
                <a:off x="6026943" y="2460302"/>
                <a:ext cx="5462587" cy="592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16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1600" i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GB" sz="1600" i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GB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a:rPr lang="en-GB" sz="1600" i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1600" i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GB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r>
                      <a:rPr lang="en-GB" sz="1600" i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GB" sz="1600" i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GB" sz="1600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𝛵</m:t>
                    </m:r>
                  </m:oMath>
                </a14:m>
                <a:r>
                  <a:rPr lang="el-GR" sz="1600" dirty="0"/>
                  <a:t>  (1)</a:t>
                </a:r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5380CD-E648-FDBE-FACE-BC9648E14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943" y="2460302"/>
                <a:ext cx="5462587" cy="592855"/>
              </a:xfrm>
              <a:prstGeom prst="rect">
                <a:avLst/>
              </a:prstGeom>
              <a:blipFill>
                <a:blip r:embed="rId3"/>
                <a:stretch>
                  <a:fillRect t="-10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0792EE-FBE7-6178-4388-778E9B8D9BB8}"/>
                  </a:ext>
                </a:extLst>
              </p:cNvPr>
              <p:cNvSpPr txBox="1"/>
              <p:nvPr/>
            </p:nvSpPr>
            <p:spPr>
              <a:xfrm>
                <a:off x="6096000" y="3039749"/>
                <a:ext cx="3609975" cy="604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𝑖𝑛𝑖𝑡𝑖𝑎𝑙</m:t>
                        </m:r>
                      </m:sub>
                    </m:sSub>
                    <m:r>
                      <a:rPr lang="en-GB" sz="16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𝑓𝑖𝑛𝑎𝑙</m:t>
                        </m:r>
                      </m:sub>
                    </m:sSub>
                  </m:oMath>
                </a14:m>
                <a:r>
                  <a:rPr lang="el-GR" sz="1600" dirty="0"/>
                  <a:t>  (2)</a:t>
                </a:r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0792EE-FBE7-6178-4388-778E9B8D9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039749"/>
                <a:ext cx="3609975" cy="604524"/>
              </a:xfrm>
              <a:prstGeom prst="rect">
                <a:avLst/>
              </a:prstGeom>
              <a:blipFill>
                <a:blip r:embed="rId4"/>
                <a:stretch>
                  <a:fillRect t="-20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F4E4EB-F6A9-5A84-9299-258A2B06BE2D}"/>
                  </a:ext>
                </a:extLst>
              </p:cNvPr>
              <p:cNvSpPr txBox="1"/>
              <p:nvPr/>
            </p:nvSpPr>
            <p:spPr>
              <a:xfrm>
                <a:off x="6096000" y="3543924"/>
                <a:ext cx="599598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GB" sz="1600" i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GB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1600" i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GB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GB" sz="1600" i="0">
                        <a:latin typeface="Cambria Math" panose="02040503050406030204" pitchFamily="18" charset="0"/>
                      </a:rPr>
                      <m:t>, ∀ </m:t>
                    </m:r>
                    <m:r>
                      <m:rPr>
                        <m:sty m:val="p"/>
                      </m:rPr>
                      <a:rPr lang="en-GB" sz="1600" i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GB" sz="1600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𝛵</m:t>
                    </m:r>
                  </m:oMath>
                </a14:m>
                <a:r>
                  <a:rPr lang="el-GR" sz="1600" dirty="0"/>
                  <a:t> (3)</a:t>
                </a:r>
              </a:p>
              <a:p>
                <a:endParaRPr lang="el-GR" sz="1600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F4E4EB-F6A9-5A84-9299-258A2B06B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543924"/>
                <a:ext cx="5995985" cy="830997"/>
              </a:xfrm>
              <a:prstGeom prst="rect">
                <a:avLst/>
              </a:prstGeom>
              <a:blipFill>
                <a:blip r:embed="rId5"/>
                <a:stretch>
                  <a:fillRect t="-21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E1F085-5D7F-8B4D-AD0B-21709F9DF2D6}"/>
                  </a:ext>
                </a:extLst>
              </p:cNvPr>
              <p:cNvSpPr txBox="1"/>
              <p:nvPr/>
            </p:nvSpPr>
            <p:spPr>
              <a:xfrm>
                <a:off x="6026944" y="4022867"/>
                <a:ext cx="324088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600" i="0"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GB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GB" sz="1600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𝛦</m:t>
                      </m:r>
                      <m:r>
                        <a:rPr lang="en-GB" sz="1600" i="0">
                          <a:latin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1600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GB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GB" sz="1600" i="0">
                          <a:latin typeface="Cambria Math" panose="02040503050406030204" pitchFamily="18" charset="0"/>
                        </a:rPr>
                        <m:t>, ∀ </m:t>
                      </m:r>
                      <m:r>
                        <m:rPr>
                          <m:sty m:val="p"/>
                        </m:rPr>
                        <a:rPr lang="en-GB" sz="1600" i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sz="1600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𝛵</m:t>
                      </m:r>
                      <m:r>
                        <a:rPr lang="el-G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l-G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l-GR" sz="1600" b="0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7E1F085-5D7F-8B4D-AD0B-21709F9DF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944" y="4022867"/>
                <a:ext cx="3240882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F25BAC-63A4-7CD4-48A1-B2CE73A86BD4}"/>
                  </a:ext>
                </a:extLst>
              </p:cNvPr>
              <p:cNvSpPr txBox="1"/>
              <p:nvPr/>
            </p:nvSpPr>
            <p:spPr>
              <a:xfrm>
                <a:off x="6096000" y="4569260"/>
                <a:ext cx="5662612" cy="592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60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600" i="0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GB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r>
                      <a:rPr lang="en-GB" sz="1600" i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GB" sz="1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GB" sz="1600" i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GB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GB" sz="1600" i="0">
                        <a:latin typeface="Cambria Math" panose="02040503050406030204" pitchFamily="18" charset="0"/>
                      </a:rPr>
                      <m:t>, ∀ </m:t>
                    </m:r>
                    <m:r>
                      <m:rPr>
                        <m:sty m:val="p"/>
                      </m:rPr>
                      <a:rPr lang="en-GB" sz="1600" i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GB" sz="1600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𝛵</m:t>
                    </m:r>
                  </m:oMath>
                </a14:m>
                <a:r>
                  <a:rPr lang="el-GR" sz="1600" dirty="0"/>
                  <a:t> (5)</a:t>
                </a:r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F25BAC-63A4-7CD4-48A1-B2CE73A86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69260"/>
                <a:ext cx="5662612" cy="592855"/>
              </a:xfrm>
              <a:prstGeom prst="rect">
                <a:avLst/>
              </a:prstGeom>
              <a:blipFill>
                <a:blip r:embed="rId7"/>
                <a:stretch>
                  <a:fillRect t="-10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050734A-037A-F087-592C-5E99451A488D}"/>
                  </a:ext>
                </a:extLst>
              </p:cNvPr>
              <p:cNvSpPr txBox="1"/>
              <p:nvPr/>
            </p:nvSpPr>
            <p:spPr>
              <a:xfrm>
                <a:off x="6096000" y="5082167"/>
                <a:ext cx="5834062" cy="592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GB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1600" i="0">
                        <a:latin typeface="Cambria Math" panose="02040503050406030204" pitchFamily="18" charset="0"/>
                      </a:rPr>
                      <m:t>∗</m:t>
                    </m:r>
                    <m:sSubSup>
                      <m:sSubSupPr>
                        <m:ctrlPr>
                          <a:rPr lang="en-GB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a:rPr lang="en-GB" sz="1600" i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r>
                      <a:rPr lang="en-GB" sz="1600" i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GB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  <m:r>
                      <a:rPr lang="en-GB" sz="1600" i="0">
                        <a:latin typeface="Cambria Math" panose="02040503050406030204" pitchFamily="18" charset="0"/>
                      </a:rPr>
                      <m:t>, ∀ </m:t>
                    </m:r>
                    <m:r>
                      <m:rPr>
                        <m:sty m:val="p"/>
                      </m:rPr>
                      <a:rPr lang="en-GB" sz="1600" i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GB" sz="1600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𝛵</m:t>
                    </m:r>
                  </m:oMath>
                </a14:m>
                <a:r>
                  <a:rPr lang="el-GR" sz="1600" dirty="0"/>
                  <a:t>  (6)</a:t>
                </a:r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050734A-037A-F087-592C-5E99451A4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082167"/>
                <a:ext cx="5834062" cy="592855"/>
              </a:xfrm>
              <a:prstGeom prst="rect">
                <a:avLst/>
              </a:prstGeom>
              <a:blipFill>
                <a:blip r:embed="rId8"/>
                <a:stretch>
                  <a:fillRect t="-10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934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4229" y="140957"/>
            <a:ext cx="5762625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Μαθηματική Διατύπωση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58F99A3C-4A68-A31D-6B11-120D9D707B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7742" y="1826701"/>
                <a:ext cx="10196513" cy="160229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l-GR" dirty="0"/>
                  <a:t>Εν συνεχεία καταστρώνουμε το Στοχαστικό Πρόβλημα, σε αυτήν την περίπτωση</a:t>
                </a:r>
                <a:r>
                  <a:rPr lang="en-US" dirty="0"/>
                  <a:t>:</a:t>
                </a:r>
                <a:endParaRPr lang="el-GR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l-GR" dirty="0"/>
                  <a:t>Το φορτίο είναι άγνωστο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l-GR" dirty="0"/>
                  <a:t>Ο </a:t>
                </a:r>
                <a:r>
                  <a:rPr lang="en-US" dirty="0"/>
                  <a:t>Prosumer </a:t>
                </a:r>
                <a:r>
                  <a:rPr lang="el-GR" dirty="0"/>
                  <a:t>συμμετέχει στην </a:t>
                </a:r>
                <a:r>
                  <a:rPr lang="en-US" dirty="0"/>
                  <a:t>P2P</a:t>
                </a:r>
                <a:r>
                  <a:rPr lang="el-GR" dirty="0"/>
                  <a:t> αγορά και αγοράζει ενέργεια σε τιμή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l-GR" dirty="0"/>
                  <a:t> 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O Prosumer</a:t>
                </a:r>
                <a:r>
                  <a:rPr lang="el-GR" dirty="0"/>
                  <a:t> εξασφαλίζει όποια </a:t>
                </a:r>
                <a:r>
                  <a:rPr lang="en-US" dirty="0"/>
                  <a:t>mismatches </a:t>
                </a:r>
                <a:r>
                  <a:rPr lang="el-GR" dirty="0"/>
                  <a:t>με χρήση ενός </a:t>
                </a:r>
                <a:r>
                  <a:rPr lang="en-US" dirty="0"/>
                  <a:t>retailer</a:t>
                </a:r>
                <a:endParaRPr lang="el-GR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58F99A3C-4A68-A31D-6B11-120D9D707B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7742" y="1826701"/>
                <a:ext cx="10196513" cy="1602299"/>
              </a:xfrm>
              <a:blipFill>
                <a:blip r:embed="rId2"/>
                <a:stretch>
                  <a:fillRect l="-1495" t="-4943" b="-38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1507082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5107781" y="788655"/>
            <a:ext cx="2490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 Στοχαστικό Πρόβλημα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4A572-6794-6357-FE80-C3BC472CE931}"/>
              </a:ext>
            </a:extLst>
          </p:cNvPr>
          <p:cNvSpPr txBox="1"/>
          <p:nvPr/>
        </p:nvSpPr>
        <p:spPr>
          <a:xfrm>
            <a:off x="4126096" y="3783754"/>
            <a:ext cx="2693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Αντικειμενική Συνάρτηση</a:t>
            </a:r>
            <a:r>
              <a:rPr lang="en-US" b="1" dirty="0"/>
              <a:t>: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F72498-B319-3D84-BB71-15D0E8E24066}"/>
                  </a:ext>
                </a:extLst>
              </p:cNvPr>
              <p:cNvSpPr txBox="1"/>
              <p:nvPr/>
            </p:nvSpPr>
            <p:spPr>
              <a:xfrm>
                <a:off x="1876981" y="4259428"/>
                <a:ext cx="7834313" cy="885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ctrlPr>
                            <a:rPr lang="en-GB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1600" i="0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en-GB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bSup>
                          <m:r>
                            <a:rPr lang="en-GB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GB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𝑡𝑒𝑇</m:t>
                                  </m:r>
                                </m:sub>
                                <m:sup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𝛵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GB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GB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GB" sz="160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  <m:sup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  <m:r>
                                        <a:rPr lang="en-GB" sz="1600" i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bSup>
                                        <m:sSubSupPr>
                                          <m:ctrlPr>
                                            <a:rPr lang="en-GB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p>
                                      </m:sSubSup>
                                      <m:r>
                                        <a:rPr lang="en-GB" sz="16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GB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GB" sz="160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  <m:sup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p>
                                      </m:sSubSup>
                                      <m:r>
                                        <a:rPr lang="en-GB" sz="1600" i="0">
                                          <a:latin typeface="Cambria Math" panose="02040503050406030204" pitchFamily="18" charset="0"/>
                                        </a:rPr>
                                        <m:t> ∗</m:t>
                                      </m:r>
                                      <m:sSubSup>
                                        <m:sSubSupPr>
                                          <m:ctrlPr>
                                            <a:rPr lang="en-GB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p>
                                      </m:sSubSup>
                                      <m:r>
                                        <a:rPr lang="en-GB" sz="1600" i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GB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GB" sz="1600" i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  <m:sSubSup>
                                        <m:sSubSupPr>
                                          <m:ctrlPr>
                                            <a:rPr lang="en-GB" sz="1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GB" sz="160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GB" sz="16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  <m:sup>
                                          <m:r>
                                            <a:rPr lang="en-GB" sz="1600" i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  <m:r>
                            <a:rPr lang="en-GB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GB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𝑡𝑒𝑇</m:t>
                                  </m:r>
                                  <m:r>
                                    <a:rPr lang="en-GB" sz="1600" i="0">
                                      <a:latin typeface="Cambria Math" panose="02040503050406030204" pitchFamily="18" charset="0"/>
                                    </a:rPr>
                                    <m:t>\</m:t>
                                  </m:r>
                                  <m:sSub>
                                    <m:sSubPr>
                                      <m:ctrlPr>
                                        <a:rPr lang="en-GB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GB" sz="16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𝛵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GB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GB" sz="16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  <m:sup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GB" sz="16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bSup>
                                  <m:r>
                                    <a:rPr lang="en-GB" sz="1600" i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sSub>
                                    <m:sSubPr>
                                      <m:ctrlPr>
                                        <a:rPr lang="en-GB" sz="1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GB" sz="16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F72498-B319-3D84-BB71-15D0E8E24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981" y="4259428"/>
                <a:ext cx="7834313" cy="8850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Οβάλ 3">
            <a:extLst>
              <a:ext uri="{FF2B5EF4-FFF2-40B4-BE49-F238E27FC236}">
                <a16:creationId xmlns:a16="http://schemas.microsoft.com/office/drawing/2014/main" id="{B1898938-FAE1-2625-50B4-F30EDEE952EF}"/>
              </a:ext>
            </a:extLst>
          </p:cNvPr>
          <p:cNvSpPr/>
          <p:nvPr/>
        </p:nvSpPr>
        <p:spPr>
          <a:xfrm>
            <a:off x="2563738" y="4466944"/>
            <a:ext cx="367469" cy="47001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Οβάλ 10">
            <a:extLst>
              <a:ext uri="{FF2B5EF4-FFF2-40B4-BE49-F238E27FC236}">
                <a16:creationId xmlns:a16="http://schemas.microsoft.com/office/drawing/2014/main" id="{51327BB5-F650-EC65-C980-4F65B07378B0}"/>
              </a:ext>
            </a:extLst>
          </p:cNvPr>
          <p:cNvSpPr/>
          <p:nvPr/>
        </p:nvSpPr>
        <p:spPr>
          <a:xfrm>
            <a:off x="4905286" y="4507840"/>
            <a:ext cx="273465" cy="35471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Οβάλ 11">
            <a:extLst>
              <a:ext uri="{FF2B5EF4-FFF2-40B4-BE49-F238E27FC236}">
                <a16:creationId xmlns:a16="http://schemas.microsoft.com/office/drawing/2014/main" id="{94BC420C-9A68-2EB8-3F8B-DF44A067C7AC}"/>
              </a:ext>
            </a:extLst>
          </p:cNvPr>
          <p:cNvSpPr/>
          <p:nvPr/>
        </p:nvSpPr>
        <p:spPr>
          <a:xfrm>
            <a:off x="5911053" y="4507839"/>
            <a:ext cx="273465" cy="35471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05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264924"/>
            <a:ext cx="5762625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Μαθηματική Διατύπωση 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426005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5107781" y="788655"/>
            <a:ext cx="2490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 Στοχαστικό Πρόβλημα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04EA4-06A3-5BA8-FFA2-269741C8B036}"/>
              </a:ext>
            </a:extLst>
          </p:cNvPr>
          <p:cNvSpPr txBox="1"/>
          <p:nvPr/>
        </p:nvSpPr>
        <p:spPr>
          <a:xfrm>
            <a:off x="178252" y="1771846"/>
            <a:ext cx="1538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Περιορισμοί</a:t>
            </a:r>
            <a:r>
              <a:rPr lang="en-US" b="1" dirty="0"/>
              <a:t>:</a:t>
            </a:r>
            <a:endParaRPr lang="en-GB" dirty="0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06505141-444A-642B-D40C-A2BA8F7CA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3900" y="4311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C749512-DAFC-4EEB-B178-540CAAF6ECEB}"/>
                  </a:ext>
                </a:extLst>
              </p:cNvPr>
              <p:cNvSpPr txBox="1"/>
              <p:nvPr/>
            </p:nvSpPr>
            <p:spPr>
              <a:xfrm>
                <a:off x="138450" y="2320610"/>
                <a:ext cx="5819775" cy="402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GB" i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a:rPr lang="en-GB" i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r>
                      <a:rPr lang="el-GR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∀ </m:t>
                    </m:r>
                    <m:r>
                      <m:rPr>
                        <m:sty m:val="p"/>
                      </m:rPr>
                      <a:rPr lang="en-GB" i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0">
                        <a:latin typeface="Cambria Math" panose="02040503050406030204" pitchFamily="18" charset="0"/>
                      </a:rPr>
                      <m:t>, ∀ </m:t>
                    </m:r>
                    <m:r>
                      <m:rPr>
                        <m:sty m:val="p"/>
                      </m:rPr>
                      <a:rPr lang="en-GB" i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l-GR" dirty="0"/>
                  <a:t> (1)   </a:t>
                </a:r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C749512-DAFC-4EEB-B178-540CAAF6E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50" y="2320610"/>
                <a:ext cx="5819775" cy="402418"/>
              </a:xfrm>
              <a:prstGeom prst="rect">
                <a:avLst/>
              </a:prstGeom>
              <a:blipFill>
                <a:blip r:embed="rId2"/>
                <a:stretch>
                  <a:fillRect t="-4545" r="-1363" b="-196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1E6642A-E650-D850-B3B2-77D5490F68A2}"/>
                  </a:ext>
                </a:extLst>
              </p:cNvPr>
              <p:cNvSpPr txBox="1"/>
              <p:nvPr/>
            </p:nvSpPr>
            <p:spPr>
              <a:xfrm>
                <a:off x="-350044" y="3314473"/>
                <a:ext cx="4768850" cy="394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𝑖𝑛𝑖𝑡𝑖𝑎𝑙</m:t>
                          </m:r>
                        </m:sub>
                      </m:sSub>
                      <m:r>
                        <a:rPr lang="el-GR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l-GR">
                          <a:latin typeface="Cambria Math" panose="02040503050406030204" pitchFamily="18" charset="0"/>
                        </a:rPr>
                        <m:t>∀ </m:t>
                      </m:r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l-GR" b="0" i="1" smtClean="0">
                          <a:latin typeface="Cambria Math" panose="02040503050406030204" pitchFamily="18" charset="0"/>
                        </a:rPr>
                        <m:t>  (3)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1E6642A-E650-D850-B3B2-77D5490F6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50044" y="3314473"/>
                <a:ext cx="4768850" cy="394147"/>
              </a:xfrm>
              <a:prstGeom prst="rect">
                <a:avLst/>
              </a:prstGeom>
              <a:blipFill>
                <a:blip r:embed="rId3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B963CB-F8EE-0963-F5A3-337454B05521}"/>
                  </a:ext>
                </a:extLst>
              </p:cNvPr>
              <p:cNvSpPr txBox="1"/>
              <p:nvPr/>
            </p:nvSpPr>
            <p:spPr>
              <a:xfrm>
                <a:off x="138450" y="2865438"/>
                <a:ext cx="5253035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GB" i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GB" i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GB" i="0">
                        <a:latin typeface="Cambria Math" panose="02040503050406030204" pitchFamily="18" charset="0"/>
                      </a:rPr>
                      <m:t>, ∀ </m:t>
                    </m:r>
                    <m:r>
                      <m:rPr>
                        <m:sty m:val="p"/>
                      </m:rPr>
                      <a:rPr lang="en-GB" i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0">
                        <a:latin typeface="Cambria Math" panose="02040503050406030204" pitchFamily="18" charset="0"/>
                      </a:rPr>
                      <m:t>, ∀ </m:t>
                    </m:r>
                    <m:r>
                      <m:rPr>
                        <m:sty m:val="p"/>
                      </m:rPr>
                      <a:rPr lang="en-GB" i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l-GR" dirty="0"/>
                  <a:t> (2)</a:t>
                </a:r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B963CB-F8EE-0963-F5A3-337454B05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50" y="2865438"/>
                <a:ext cx="5253035" cy="381515"/>
              </a:xfrm>
              <a:prstGeom prst="rect">
                <a:avLst/>
              </a:prstGeom>
              <a:blipFill>
                <a:blip r:embed="rId4"/>
                <a:stretch>
                  <a:fillRect t="-6349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918EAF-2315-721F-9139-F32C5BCA8847}"/>
                  </a:ext>
                </a:extLst>
              </p:cNvPr>
              <p:cNvSpPr txBox="1"/>
              <p:nvPr/>
            </p:nvSpPr>
            <p:spPr>
              <a:xfrm>
                <a:off x="18481" y="3861664"/>
                <a:ext cx="5140781" cy="384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GB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𝛦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, ∀ </m:t>
                      </m:r>
                      <m:r>
                        <m:rPr>
                          <m:sty m:val="p"/>
                        </m:rPr>
                        <a:rPr lang="en-GB" i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, ∀ </m:t>
                      </m:r>
                      <m:r>
                        <m:rPr>
                          <m:sty m:val="p"/>
                        </m:rPr>
                        <a:rPr lang="en-GB" i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l-GR" b="0" i="1" smtClean="0">
                          <a:latin typeface="Cambria Math" panose="02040503050406030204" pitchFamily="18" charset="0"/>
                        </a:rPr>
                        <m:t>  (4)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918EAF-2315-721F-9139-F32C5BCA8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1" y="3861664"/>
                <a:ext cx="5140781" cy="384914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A79595-D9DC-373F-5A77-F46FB82CB531}"/>
                  </a:ext>
                </a:extLst>
              </p:cNvPr>
              <p:cNvSpPr txBox="1"/>
              <p:nvPr/>
            </p:nvSpPr>
            <p:spPr>
              <a:xfrm>
                <a:off x="178252" y="4469751"/>
                <a:ext cx="5629275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r>
                      <a:rPr lang="en-GB" i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GB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GB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GB" i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GB" i="0">
                        <a:latin typeface="Cambria Math" panose="02040503050406030204" pitchFamily="18" charset="0"/>
                      </a:rPr>
                      <m:t>,∀ </m:t>
                    </m:r>
                    <m:r>
                      <m:rPr>
                        <m:sty m:val="p"/>
                      </m:rPr>
                      <a:rPr lang="en-GB" i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0">
                        <a:latin typeface="Cambria Math" panose="02040503050406030204" pitchFamily="18" charset="0"/>
                      </a:rPr>
                      <m:t>, ∀ </m:t>
                    </m:r>
                    <m:r>
                      <m:rPr>
                        <m:sty m:val="p"/>
                      </m:rPr>
                      <a:rPr lang="en-GB" i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l-GR" dirty="0"/>
                  <a:t> (5)</a:t>
                </a:r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A79595-D9DC-373F-5A77-F46FB82CB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52" y="4469751"/>
                <a:ext cx="5629275" cy="404983"/>
              </a:xfrm>
              <a:prstGeom prst="rect">
                <a:avLst/>
              </a:prstGeom>
              <a:blipFill>
                <a:blip r:embed="rId6"/>
                <a:stretch>
                  <a:fillRect t="-1493" b="-194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2957CAF-26C5-420C-1704-E072B3AC999F}"/>
                  </a:ext>
                </a:extLst>
              </p:cNvPr>
              <p:cNvSpPr txBox="1"/>
              <p:nvPr/>
            </p:nvSpPr>
            <p:spPr>
              <a:xfrm>
                <a:off x="178252" y="4989557"/>
                <a:ext cx="7490051" cy="4372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  <m:r>
                      <a:rPr lang="en-GB" i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  <m:r>
                      <a:rPr lang="en-GB" i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GB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∗</m:t>
                    </m:r>
                    <m:sSubSup>
                      <m:sSubSup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a:rPr lang="en-GB" i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r>
                      <a:rPr lang="en-GB" i="0">
                        <a:latin typeface="Cambria Math" panose="02040503050406030204" pitchFamily="18" charset="0"/>
                      </a:rPr>
                      <m:t>, ∀ </m:t>
                    </m:r>
                    <m:r>
                      <m:rPr>
                        <m:sty m:val="p"/>
                      </m:rPr>
                      <a:rPr lang="en-GB" i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l-GR" dirty="0"/>
                  <a:t> (6)</a:t>
                </a:r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2957CAF-26C5-420C-1704-E072B3AC9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52" y="4989557"/>
                <a:ext cx="7490051" cy="437236"/>
              </a:xfrm>
              <a:prstGeom prst="rect">
                <a:avLst/>
              </a:prstGeom>
              <a:blipFill>
                <a:blip r:embed="rId7"/>
                <a:stretch>
                  <a:fillRect b="-152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98CEB6D-A6A1-9D9C-B9AA-0060694714C3}"/>
                  </a:ext>
                </a:extLst>
              </p:cNvPr>
              <p:cNvSpPr txBox="1"/>
              <p:nvPr/>
            </p:nvSpPr>
            <p:spPr>
              <a:xfrm>
                <a:off x="6274252" y="2239297"/>
                <a:ext cx="5917748" cy="399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en-GB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∗</m:t>
                    </m:r>
                    <m:sSubSup>
                      <m:sSubSup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a:rPr lang="en-GB" i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bSup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GB" i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en-GB" i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GB" i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GB" i="0">
                        <a:latin typeface="Cambria Math" panose="02040503050406030204" pitchFamily="18" charset="0"/>
                      </a:rPr>
                      <m:t> , ∀ </m:t>
                    </m:r>
                    <m:r>
                      <m:rPr>
                        <m:sty m:val="p"/>
                      </m:rPr>
                      <a:rPr lang="en-GB" i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𝛵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 , ∀ </m:t>
                    </m:r>
                    <m:r>
                      <m:rPr>
                        <m:sty m:val="p"/>
                      </m:rPr>
                      <a:rPr lang="en-GB" i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l-GR" dirty="0"/>
                  <a:t> (8)</a:t>
                </a:r>
                <a:endParaRPr lang="en-GB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98CEB6D-A6A1-9D9C-B9AA-006069471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252" y="2239297"/>
                <a:ext cx="5917748" cy="399597"/>
              </a:xfrm>
              <a:prstGeom prst="rect">
                <a:avLst/>
              </a:prstGeom>
              <a:blipFill>
                <a:blip r:embed="rId8"/>
                <a:stretch>
                  <a:fillRect t="-3030" b="-196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390D0C9-6831-FF03-BA07-E62F4FD48C78}"/>
                  </a:ext>
                </a:extLst>
              </p:cNvPr>
              <p:cNvSpPr txBox="1"/>
              <p:nvPr/>
            </p:nvSpPr>
            <p:spPr>
              <a:xfrm>
                <a:off x="6076494" y="2786231"/>
                <a:ext cx="4825093" cy="384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GB" i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, ∀ </m:t>
                      </m:r>
                      <m:r>
                        <m:rPr>
                          <m:sty m:val="p"/>
                        </m:rPr>
                        <a:rPr lang="en-GB" i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 , ∀ </m:t>
                      </m:r>
                      <m:r>
                        <m:rPr>
                          <m:sty m:val="p"/>
                        </m:rPr>
                        <a:rPr lang="en-GB" i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l-GR" b="0" i="1" smtClean="0">
                          <a:latin typeface="Cambria Math" panose="02040503050406030204" pitchFamily="18" charset="0"/>
                        </a:rPr>
                        <m:t> (9)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390D0C9-6831-FF03-BA07-E62F4FD48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494" y="2786231"/>
                <a:ext cx="4825093" cy="384914"/>
              </a:xfrm>
              <a:prstGeom prst="rect">
                <a:avLst/>
              </a:prstGeom>
              <a:blipFill>
                <a:blip r:embed="rId9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7881D27-B9A7-66CD-4317-242C6B573281}"/>
                  </a:ext>
                </a:extLst>
              </p:cNvPr>
              <p:cNvSpPr txBox="1"/>
              <p:nvPr/>
            </p:nvSpPr>
            <p:spPr>
              <a:xfrm>
                <a:off x="6353175" y="3343395"/>
                <a:ext cx="5253035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GB" i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GB" i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GB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GB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GB" i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, ∀ </m:t>
                    </m:r>
                    <m:r>
                      <m:rPr>
                        <m:sty m:val="p"/>
                      </m:rPr>
                      <a:rPr lang="en-GB" i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0">
                        <a:latin typeface="Cambria Math" panose="02040503050406030204" pitchFamily="18" charset="0"/>
                      </a:rPr>
                      <m:t> , ∀ </m:t>
                    </m:r>
                    <m:r>
                      <m:rPr>
                        <m:sty m:val="p"/>
                      </m:rPr>
                      <a:rPr lang="en-GB" i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l-GR" dirty="0"/>
                  <a:t> (10)</a:t>
                </a:r>
                <a:endParaRPr lang="en-GB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7881D27-B9A7-66CD-4317-242C6B573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175" y="3343395"/>
                <a:ext cx="5253035" cy="404983"/>
              </a:xfrm>
              <a:prstGeom prst="rect">
                <a:avLst/>
              </a:prstGeom>
              <a:blipFill>
                <a:blip r:embed="rId10"/>
                <a:stretch>
                  <a:fillRect t="-1493" b="-194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C924F9E-2C47-03D7-9848-E4EA63971F10}"/>
                  </a:ext>
                </a:extLst>
              </p:cNvPr>
              <p:cNvSpPr txBox="1"/>
              <p:nvPr/>
            </p:nvSpPr>
            <p:spPr>
              <a:xfrm>
                <a:off x="6386512" y="3859231"/>
                <a:ext cx="4552952" cy="399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0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≤</m:t>
                        </m:r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𝑡</m:t>
                        </m:r>
                        <m:r>
                          <a:rPr lang="el-G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𝑤</m:t>
                        </m:r>
                      </m:sub>
                      <m:sup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𝑏</m:t>
                        </m:r>
                      </m:sup>
                    </m:sSubSup>
                    <m:r>
                      <a:rPr lang="el-GR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sSubSup>
                      <m:sSub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𝑡</m:t>
                        </m:r>
                        <m:r>
                          <a:rPr lang="el-G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𝑤</m:t>
                        </m:r>
                      </m:sub>
                      <m:sup>
                        <m:r>
                          <a:rPr lang="el-G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</m:t>
                        </m:r>
                      </m:sup>
                    </m:sSubSup>
                    <m:r>
                      <a:rPr lang="el-GR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l-GR" sz="18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∀</m:t>
                    </m:r>
                    <m:r>
                      <a:rPr lang="el-GR" sz="1800" spc="25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1800" spc="25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t</m:t>
                    </m:r>
                    <m:r>
                      <a:rPr lang="el-GR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≥</m:t>
                    </m:r>
                    <m:sSub>
                      <m:sSub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lang="el-G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l-GR" sz="1800" i="1" spc="25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l-GR" sz="18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 ∀</m:t>
                    </m:r>
                    <m:r>
                      <a:rPr lang="el-GR" sz="1800" spc="25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1800" spc="25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w</m:t>
                    </m:r>
                    <m:r>
                      <a:rPr lang="el-GR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l-GR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𝑊</m:t>
                    </m:r>
                    <m:r>
                      <a:rPr lang="el-GR" sz="1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(11)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C924F9E-2C47-03D7-9848-E4EA63971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512" y="3859231"/>
                <a:ext cx="4552952" cy="399597"/>
              </a:xfrm>
              <a:prstGeom prst="rect">
                <a:avLst/>
              </a:prstGeom>
              <a:blipFill>
                <a:blip r:embed="rId11"/>
                <a:stretch>
                  <a:fillRect l="-1205" t="-4545" b="-181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B08F709-7A2B-3A11-A331-36798ABBCACF}"/>
                  </a:ext>
                </a:extLst>
              </p:cNvPr>
              <p:cNvSpPr txBox="1"/>
              <p:nvPr/>
            </p:nvSpPr>
            <p:spPr>
              <a:xfrm>
                <a:off x="4299857" y="4437894"/>
                <a:ext cx="8077200" cy="661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mtClean="0">
                          <a:latin typeface="Cambria Math" panose="02040503050406030204" pitchFamily="18" charset="0"/>
                        </a:rPr>
                        <m:t>0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bSup>
                      <m:r>
                        <a:rPr lang="en-GB" i="0">
                          <a:latin typeface="Cambria Math" panose="02040503050406030204" pitchFamily="18" charset="0"/>
                        </a:rPr>
                        <m:t>≤ 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GB" i="0">
                          <a:latin typeface="Cambria Math" panose="02040503050406030204" pitchFamily="18" charset="0"/>
                        </a:rPr>
                        <m:t> , ∀ </m:t>
                      </m:r>
                      <m:r>
                        <m:rPr>
                          <m:sty m:val="p"/>
                        </m:rPr>
                        <a:rPr lang="en-GB" i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 , ∀ </m:t>
                      </m:r>
                      <m:r>
                        <m:rPr>
                          <m:sty m:val="p"/>
                        </m:rPr>
                        <a:rPr lang="en-GB" i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l-G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l-G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d>
                    </m:oMath>
                  </m:oMathPara>
                </a14:m>
                <a:endParaRPr lang="el-GR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B08F709-7A2B-3A11-A331-36798ABBC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857" y="4437894"/>
                <a:ext cx="8077200" cy="66191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3D372D9-4FFE-7AAA-E259-954F1D132694}"/>
                  </a:ext>
                </a:extLst>
              </p:cNvPr>
              <p:cNvSpPr txBox="1"/>
              <p:nvPr/>
            </p:nvSpPr>
            <p:spPr>
              <a:xfrm>
                <a:off x="-547914" y="5522900"/>
                <a:ext cx="7903028" cy="716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bSup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GB" i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bSup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GB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GB" i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  <m:r>
                        <a:rPr lang="en-GB" i="0">
                          <a:latin typeface="Cambria Math" panose="02040503050406030204" pitchFamily="18" charset="0"/>
                        </a:rPr>
                        <m:t> , ∀ </m:t>
                      </m:r>
                      <m:r>
                        <m:rPr>
                          <m:sty m:val="p"/>
                        </m:rPr>
                        <a:rPr lang="en-GB" i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 , ∀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l-GR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l-G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el-GR" b="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3D372D9-4FFE-7AAA-E259-954F1D132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47914" y="5522900"/>
                <a:ext cx="7903028" cy="71635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Ορθογώνιο 2">
            <a:extLst>
              <a:ext uri="{FF2B5EF4-FFF2-40B4-BE49-F238E27FC236}">
                <a16:creationId xmlns:a16="http://schemas.microsoft.com/office/drawing/2014/main" id="{D0BDF0A7-32A2-8B9D-FABA-25139D9E8346}"/>
              </a:ext>
            </a:extLst>
          </p:cNvPr>
          <p:cNvSpPr/>
          <p:nvPr/>
        </p:nvSpPr>
        <p:spPr>
          <a:xfrm>
            <a:off x="6776815" y="2723028"/>
            <a:ext cx="549039" cy="1136203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65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044" y="206930"/>
            <a:ext cx="3523911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Αποτελέσματα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5072062" y="854628"/>
            <a:ext cx="2330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Δεδομένα Εισόδου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C4F9EB-48F4-ACB3-3178-3BB95B7BA1DD}"/>
              </a:ext>
            </a:extLst>
          </p:cNvPr>
          <p:cNvSpPr txBox="1"/>
          <p:nvPr/>
        </p:nvSpPr>
        <p:spPr>
          <a:xfrm>
            <a:off x="624115" y="3940672"/>
            <a:ext cx="3306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Τιμή Ενέργειας</a:t>
            </a:r>
            <a:r>
              <a:rPr lang="en-US" b="1" dirty="0"/>
              <a:t>: </a:t>
            </a:r>
            <a:r>
              <a:rPr lang="el-GR" dirty="0"/>
              <a:t>Χρησιμοποιήθηκαν Πραγματικές Τιμές από την </a:t>
            </a:r>
            <a:r>
              <a:rPr lang="en-US" dirty="0"/>
              <a:t>DAM.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A8614E-049B-0003-366E-834D0B5F9560}"/>
              </a:ext>
            </a:extLst>
          </p:cNvPr>
          <p:cNvSpPr txBox="1"/>
          <p:nvPr/>
        </p:nvSpPr>
        <p:spPr>
          <a:xfrm>
            <a:off x="2151062" y="1765093"/>
            <a:ext cx="3343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Χαρακτηριστικά Μπαταρίας</a:t>
            </a:r>
            <a:r>
              <a:rPr lang="en-US" b="1" dirty="0"/>
              <a:t>: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Πίνακας 12">
                <a:extLst>
                  <a:ext uri="{FF2B5EF4-FFF2-40B4-BE49-F238E27FC236}">
                    <a16:creationId xmlns:a16="http://schemas.microsoft.com/office/drawing/2014/main" id="{A5534FD9-E644-56F9-3364-781F5B5F2E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2205989"/>
                  </p:ext>
                </p:extLst>
              </p:nvPr>
            </p:nvGraphicFramePr>
            <p:xfrm>
              <a:off x="2226834" y="2200125"/>
              <a:ext cx="6403022" cy="140731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201511">
                      <a:extLst>
                        <a:ext uri="{9D8B030D-6E8A-4147-A177-3AD203B41FA5}">
                          <a16:colId xmlns:a16="http://schemas.microsoft.com/office/drawing/2014/main" val="2533228740"/>
                        </a:ext>
                      </a:extLst>
                    </a:gridCol>
                    <a:gridCol w="3201511">
                      <a:extLst>
                        <a:ext uri="{9D8B030D-6E8A-4147-A177-3AD203B41FA5}">
                          <a16:colId xmlns:a16="http://schemas.microsoft.com/office/drawing/2014/main" val="2131130859"/>
                        </a:ext>
                      </a:extLst>
                    </a:gridCol>
                  </a:tblGrid>
                  <a:tr h="28146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l-GR" sz="1200">
                              <a:effectLst/>
                            </a:rPr>
                            <a:t>Παράμετρος</a:t>
                          </a:r>
                          <a:endParaRPr lang="en-GB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l-GR" sz="1200">
                              <a:effectLst/>
                            </a:rPr>
                            <a:t>Τιμή</a:t>
                          </a:r>
                          <a:endParaRPr lang="en-GB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89210690"/>
                      </a:ext>
                    </a:extLst>
                  </a:tr>
                  <a:tr h="28146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13 kWh</a:t>
                          </a:r>
                          <a:endParaRPr lang="en-GB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83095197"/>
                      </a:ext>
                    </a:extLst>
                  </a:tr>
                  <a:tr h="28146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1,3kWh</a:t>
                          </a:r>
                          <a:endParaRPr lang="en-GB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05000584"/>
                      </a:ext>
                    </a:extLst>
                  </a:tr>
                  <a:tr h="28146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1200">
                                    <a:effectLst/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0.9</a:t>
                          </a:r>
                          <a:endParaRPr lang="en-GB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68646879"/>
                      </a:ext>
                    </a:extLst>
                  </a:tr>
                  <a:tr h="28146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GB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7kW</a:t>
                          </a:r>
                          <a:endParaRPr lang="en-GB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7719362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Πίνακας 12">
                <a:extLst>
                  <a:ext uri="{FF2B5EF4-FFF2-40B4-BE49-F238E27FC236}">
                    <a16:creationId xmlns:a16="http://schemas.microsoft.com/office/drawing/2014/main" id="{A5534FD9-E644-56F9-3364-781F5B5F2E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2205989"/>
                  </p:ext>
                </p:extLst>
              </p:nvPr>
            </p:nvGraphicFramePr>
            <p:xfrm>
              <a:off x="2226834" y="2200125"/>
              <a:ext cx="6403022" cy="140731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201511">
                      <a:extLst>
                        <a:ext uri="{9D8B030D-6E8A-4147-A177-3AD203B41FA5}">
                          <a16:colId xmlns:a16="http://schemas.microsoft.com/office/drawing/2014/main" val="2533228740"/>
                        </a:ext>
                      </a:extLst>
                    </a:gridCol>
                    <a:gridCol w="3201511">
                      <a:extLst>
                        <a:ext uri="{9D8B030D-6E8A-4147-A177-3AD203B41FA5}">
                          <a16:colId xmlns:a16="http://schemas.microsoft.com/office/drawing/2014/main" val="2131130859"/>
                        </a:ext>
                      </a:extLst>
                    </a:gridCol>
                  </a:tblGrid>
                  <a:tr h="28146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l-GR" sz="1200">
                              <a:effectLst/>
                            </a:rPr>
                            <a:t>Παράμετρος</a:t>
                          </a:r>
                          <a:endParaRPr lang="en-GB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l-GR" sz="1200">
                              <a:effectLst/>
                            </a:rPr>
                            <a:t>Τιμή</a:t>
                          </a:r>
                          <a:endParaRPr lang="en-GB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89210690"/>
                      </a:ext>
                    </a:extLst>
                  </a:tr>
                  <a:tr h="2814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90" t="-110638" r="-10057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13 kWh</a:t>
                          </a:r>
                          <a:endParaRPr lang="en-GB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83095197"/>
                      </a:ext>
                    </a:extLst>
                  </a:tr>
                  <a:tr h="2814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90" t="-215217" r="-100570" b="-20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1,3kWh</a:t>
                          </a:r>
                          <a:endParaRPr lang="en-GB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05000584"/>
                      </a:ext>
                    </a:extLst>
                  </a:tr>
                  <a:tr h="2814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90" t="-308511" r="-100570" b="-1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>
                              <a:effectLst/>
                            </a:rPr>
                            <a:t>0.9</a:t>
                          </a:r>
                          <a:endParaRPr lang="en-GB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68646879"/>
                      </a:ext>
                    </a:extLst>
                  </a:tr>
                  <a:tr h="2814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90" t="-417391" r="-100570" b="-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GB" sz="1200" dirty="0">
                              <a:effectLst/>
                            </a:rPr>
                            <a:t>7kW</a:t>
                          </a:r>
                          <a:endParaRPr lang="en-GB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7719362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956117E-10C9-9145-AD7F-BB97CAE42846}"/>
              </a:ext>
            </a:extLst>
          </p:cNvPr>
          <p:cNvSpPr txBox="1"/>
          <p:nvPr/>
        </p:nvSpPr>
        <p:spPr>
          <a:xfrm>
            <a:off x="7857955" y="3940671"/>
            <a:ext cx="33069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Φορτίο</a:t>
            </a:r>
            <a:r>
              <a:rPr lang="en-US" b="1" dirty="0"/>
              <a:t>: </a:t>
            </a:r>
            <a:r>
              <a:rPr lang="el-GR" dirty="0"/>
              <a:t>Ανώνυμο δείγμα ιστορικών πραγματικών δεδομένων, από ευρωπαϊκά έργα του Εργαστηρίου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6934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044" y="206930"/>
            <a:ext cx="3523911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Αποτελέσματα</a:t>
            </a:r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F99A3C-4A68-A31D-6B11-120D9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155" y="1966528"/>
            <a:ext cx="3662363" cy="31594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l-GR" dirty="0"/>
              <a:t>Η μεθοδολογία μας περιλαμβάνει 5 σημαντικά σημεία</a:t>
            </a:r>
            <a:r>
              <a:rPr lang="en-US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Επίλυση Ντετερμινιστικού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Κατασκευή Μοντέλου Πρόβλεψης Χρονοσειρών 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Επίλυση στοχαστικού προβλήματος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Σύγκριση με </a:t>
            </a:r>
            <a:r>
              <a:rPr lang="en-US" dirty="0"/>
              <a:t>Realization</a:t>
            </a:r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Σχολιασμός Αποτελεσμάτων</a:t>
            </a:r>
          </a:p>
          <a:p>
            <a:pPr marL="0" indent="0">
              <a:buNone/>
            </a:pPr>
            <a:endParaRPr lang="el-GR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5072062" y="854628"/>
            <a:ext cx="1928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Βήματα Επίλυσης</a:t>
            </a:r>
            <a:endParaRPr lang="en-GB" dirty="0"/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6A3FE6A2-9FFC-ADB8-3C23-4A293D693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752" y="1598059"/>
            <a:ext cx="2950366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51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044" y="206930"/>
            <a:ext cx="3523911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Αποτελέσματα</a:t>
            </a:r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F99A3C-4A68-A31D-6B11-120D9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783" y="1866894"/>
            <a:ext cx="8986045" cy="68958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l-GR" dirty="0"/>
              <a:t>Καταρχάς παρατίθενται οι γραφικές παραστάσεις του φορτίου και της τιμής για το εικοσιτετράωρο που μελετάμε, όπως αναφέρθηκε το φορτίο θεωρείται δεδομένο σε αυτό το σημείο.</a:t>
            </a:r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4531518" y="854628"/>
            <a:ext cx="2923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Ντετερμινιστικό Πρόβλημα</a:t>
            </a:r>
            <a:endParaRPr lang="en-GB" dirty="0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B852C2C2-E95A-284E-9A21-BD9B82018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783" y="2428692"/>
            <a:ext cx="4922837" cy="3745657"/>
          </a:xfrm>
          <a:prstGeom prst="rect">
            <a:avLst/>
          </a:prstGeom>
          <a:noFill/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id="{81B4D566-4393-D798-C1A5-35A5495E9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514" y="2428693"/>
            <a:ext cx="4922838" cy="37459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2628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044" y="206930"/>
            <a:ext cx="3523911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Αποτελέσματα</a:t>
            </a:r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F99A3C-4A68-A31D-6B11-120D9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783" y="1866894"/>
            <a:ext cx="8986045" cy="689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dirty="0"/>
              <a:t>Ή επίλυση του προβλήματος δίνει τα παρακάτω αποτελέσματα, είναι προφανές ότι η χρήση μπαταριάς οδηγεί σε σημαντική εξοικονόμηση.</a:t>
            </a:r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4658881" y="808723"/>
            <a:ext cx="2874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Ντετερμινιστικό Πρόβλημα</a:t>
            </a:r>
            <a:endParaRPr lang="en-GB" dirty="0"/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54D3DEDF-6993-F92C-D684-EB2CE46AC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12" y="2482215"/>
            <a:ext cx="5348288" cy="3548342"/>
          </a:xfrm>
          <a:prstGeom prst="rect">
            <a:avLst/>
          </a:prstGeom>
        </p:spPr>
      </p:pic>
      <p:pic>
        <p:nvPicPr>
          <p:cNvPr id="9" name="Εικόνα 8">
            <a:extLst>
              <a:ext uri="{FF2B5EF4-FFF2-40B4-BE49-F238E27FC236}">
                <a16:creationId xmlns:a16="http://schemas.microsoft.com/office/drawing/2014/main" id="{92BA061B-DC40-9AAD-1124-42852D1158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56480"/>
            <a:ext cx="4949144" cy="34468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27733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044" y="206930"/>
            <a:ext cx="3523911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Αποτελέσματα</a:t>
            </a:r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F99A3C-4A68-A31D-6B11-120D9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7319" y="1831121"/>
            <a:ext cx="2325917" cy="451937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Κατασκευή Σεναρίων</a:t>
            </a:r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69057" y="1435596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/>
              <a:t>τ</a:t>
            </a:r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3782330" y="760374"/>
            <a:ext cx="4489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Επιλογή Μοντέλου Πρόβλεψης Χρονοσειρών</a:t>
            </a:r>
            <a:endParaRPr lang="en-GB" dirty="0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E623B52B-D5F4-D128-6B38-7BE4AC393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943" y="2111171"/>
            <a:ext cx="5355590" cy="37736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D84F65-6DCE-7692-A5DC-CBADFB348444}"/>
              </a:ext>
            </a:extLst>
          </p:cNvPr>
          <p:cNvSpPr txBox="1"/>
          <p:nvPr/>
        </p:nvSpPr>
        <p:spPr>
          <a:xfrm>
            <a:off x="1357319" y="3514546"/>
            <a:ext cx="4163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Δεδομένα Παρουσιάζουν Εποχικότητα 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B06208-7961-D9B7-D9FD-D4FB54614F09}"/>
              </a:ext>
            </a:extLst>
          </p:cNvPr>
          <p:cNvSpPr txBox="1"/>
          <p:nvPr/>
        </p:nvSpPr>
        <p:spPr>
          <a:xfrm>
            <a:off x="7016097" y="1915137"/>
            <a:ext cx="3096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Ιστορικά Δεδομένα Φορτίου</a:t>
            </a:r>
            <a:endParaRPr lang="en-GB" b="1" dirty="0"/>
          </a:p>
        </p:txBody>
      </p:sp>
      <p:cxnSp>
        <p:nvCxnSpPr>
          <p:cNvPr id="6" name="Ευθύγραμμο βέλος σύνδεσης 5">
            <a:extLst>
              <a:ext uri="{FF2B5EF4-FFF2-40B4-BE49-F238E27FC236}">
                <a16:creationId xmlns:a16="http://schemas.microsoft.com/office/drawing/2014/main" id="{EEAE56C8-5696-72D7-6048-2E9F2022E9E3}"/>
              </a:ext>
            </a:extLst>
          </p:cNvPr>
          <p:cNvCxnSpPr>
            <a:cxnSpLocks/>
          </p:cNvCxnSpPr>
          <p:nvPr/>
        </p:nvCxnSpPr>
        <p:spPr>
          <a:xfrm>
            <a:off x="1512606" y="3876848"/>
            <a:ext cx="1589517" cy="1011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Ευθύγραμμο βέλος σύνδεσης 8">
            <a:extLst>
              <a:ext uri="{FF2B5EF4-FFF2-40B4-BE49-F238E27FC236}">
                <a16:creationId xmlns:a16="http://schemas.microsoft.com/office/drawing/2014/main" id="{E4BC634C-85E1-F3C2-784E-67DE5EAE0F8F}"/>
              </a:ext>
            </a:extLst>
          </p:cNvPr>
          <p:cNvCxnSpPr>
            <a:cxnSpLocks/>
          </p:cNvCxnSpPr>
          <p:nvPr/>
        </p:nvCxnSpPr>
        <p:spPr>
          <a:xfrm flipH="1">
            <a:off x="3257410" y="3883878"/>
            <a:ext cx="1647876" cy="1004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167B42A-1F54-B867-A10F-03A92B145843}"/>
              </a:ext>
            </a:extLst>
          </p:cNvPr>
          <p:cNvSpPr txBox="1"/>
          <p:nvPr/>
        </p:nvSpPr>
        <p:spPr>
          <a:xfrm>
            <a:off x="2184912" y="4930700"/>
            <a:ext cx="2144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Επιλέγουμε </a:t>
            </a:r>
            <a:r>
              <a:rPr lang="en-US" dirty="0"/>
              <a:t>SARIMA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4268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044" y="206930"/>
            <a:ext cx="3523911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Αποτελέσματα</a:t>
            </a:r>
            <a:endParaRPr lang="en-GB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8F99A3C-4A68-A31D-6B11-120D9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261" y="1895697"/>
            <a:ext cx="5892363" cy="689586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Το μοντέλο κατασκευάζεται και εκπαιδεύεται σε ιστορικά δεδομένα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 Η επιλογή των παραμέτρων γίνεται με βοήθεια του κριτηρίου </a:t>
            </a:r>
            <a:r>
              <a:rPr lang="en-US" dirty="0"/>
              <a:t>AIC</a:t>
            </a:r>
            <a:r>
              <a:rPr lang="el-GR" dirty="0"/>
              <a:t>.</a:t>
            </a:r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3153399" y="765389"/>
            <a:ext cx="6802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Κατασκευή και Αξιολόγηση Μοντέλου Πρόβλεψης Χρονοσειρών</a:t>
            </a:r>
            <a:endParaRPr lang="en-GB" dirty="0"/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7D6821ED-88F1-33AD-BB10-FA6702CFD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625" y="2305691"/>
            <a:ext cx="4882587" cy="31633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788054-5257-DF26-9E6B-EE49F3B795A5}"/>
              </a:ext>
            </a:extLst>
          </p:cNvPr>
          <p:cNvSpPr txBox="1"/>
          <p:nvPr/>
        </p:nvSpPr>
        <p:spPr>
          <a:xfrm>
            <a:off x="7648888" y="2027021"/>
            <a:ext cx="2973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Διαγράμματα Αξιολόγησης</a:t>
            </a:r>
            <a:endParaRPr lang="en-GB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872A2C-78D4-8906-94FF-345ED3C70201}"/>
              </a:ext>
            </a:extLst>
          </p:cNvPr>
          <p:cNvSpPr txBox="1"/>
          <p:nvPr/>
        </p:nvSpPr>
        <p:spPr>
          <a:xfrm>
            <a:off x="2626317" y="3874949"/>
            <a:ext cx="26663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Residuals </a:t>
            </a:r>
            <a:r>
              <a:rPr lang="el-GR" dirty="0"/>
              <a:t>κανονικά κατανεμημένα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Δεν υπάρχει αυτοσυσχέτιση σε διαφορετικές υστερήσεις</a:t>
            </a:r>
          </a:p>
        </p:txBody>
      </p:sp>
    </p:spTree>
    <p:extLst>
      <p:ext uri="{BB962C8B-B14F-4D97-AF65-F5344CB8AC3E}">
        <p14:creationId xmlns:p14="http://schemas.microsoft.com/office/powerpoint/2010/main" val="92437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044" y="206930"/>
            <a:ext cx="3523911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Αποτελέσματα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747712" y="12287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4788493" y="795206"/>
            <a:ext cx="2615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Κατασκευή Σεναρίων</a:t>
            </a:r>
            <a:endParaRPr lang="en-GB" dirty="0"/>
          </a:p>
        </p:txBody>
      </p: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90934C0F-5722-BC80-06D7-57757542E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361" y="2181635"/>
            <a:ext cx="4098563" cy="2809472"/>
          </a:xfrm>
        </p:spPr>
        <p:txBody>
          <a:bodyPr>
            <a:normAutofit/>
          </a:bodyPr>
          <a:lstStyle/>
          <a:p>
            <a:r>
              <a:rPr lang="el-GR" dirty="0"/>
              <a:t>Στο δίπλα διάγραμμα φαίνεται</a:t>
            </a:r>
            <a:r>
              <a:rPr lang="en-US" dirty="0"/>
              <a:t>:</a:t>
            </a:r>
            <a:endParaRPr lang="el-GR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το φορτίο όπως πραγματικά κινήθηκε εκείνη την μέρα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10 σενάρια που κατασκευάστηκαν από το μοντέλο μας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95% διάστημα εμπιστοσύνης</a:t>
            </a:r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D818DD3E-797F-FB95-E53C-AB8418F47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311" y="1602823"/>
            <a:ext cx="5398770" cy="398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01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044" y="206930"/>
            <a:ext cx="3523911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Αποτελέσματα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816768" y="12160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3948156" y="718511"/>
            <a:ext cx="47215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Επίλυση Προβλήματος και Κατασκευή </a:t>
            </a:r>
            <a:r>
              <a:rPr lang="en-US" i="1" dirty="0"/>
              <a:t>MUF</a:t>
            </a:r>
          </a:p>
          <a:p>
            <a:endParaRPr lang="en-GB" dirty="0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A8C35287-F014-54B4-FAB2-4338C09ED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469" y="1738939"/>
            <a:ext cx="4352925" cy="44968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28B19AD-AC4B-9AC7-F557-FA1D765902E1}"/>
              </a:ext>
            </a:extLst>
          </p:cNvPr>
          <p:cNvSpPr txBox="1"/>
          <p:nvPr/>
        </p:nvSpPr>
        <p:spPr>
          <a:xfrm>
            <a:off x="1895643" y="1411498"/>
            <a:ext cx="3076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/>
              <a:t>Αλγόριθμος Κατασκευής </a:t>
            </a:r>
            <a:r>
              <a:rPr lang="en-US" b="1" i="1" dirty="0"/>
              <a:t>MUF</a:t>
            </a:r>
            <a:endParaRPr lang="en-GB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014966-4DF0-7BBC-7CFE-859D614FEEDE}"/>
                  </a:ext>
                </a:extLst>
              </p:cNvPr>
              <p:cNvSpPr txBox="1"/>
              <p:nvPr/>
            </p:nvSpPr>
            <p:spPr>
              <a:xfrm>
                <a:off x="6308930" y="2235660"/>
                <a:ext cx="5296146" cy="23866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indent="-28575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l-GR" dirty="0"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Έπιλέγπουμε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l-GR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lang="el-G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l-GR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που μας ενδιαφέρει</a:t>
                </a:r>
                <a:endParaRPr lang="el-GR" dirty="0">
                  <a:latin typeface="Times New Roman" panose="020206030504050203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marR="0" indent="-28575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l-GR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αποφασίζεται ένα πλήθος σεναρίων </a:t>
                </a:r>
                <a:endParaRPr lang="el-GR" dirty="0">
                  <a:latin typeface="Times New Roman" panose="020206030504050203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marR="0" indent="-28575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l-GR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το στοχαστικό πρόβλημα επιλύεται για διαφορετικές τιμές τις παραμέτρου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l-G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𝜆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</m:oMath>
                </a14:m>
                <a:endParaRPr lang="el-GR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marR="0" indent="-28575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l-GR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η μεταβλητή απόφασης,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  <m:sup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  <m:r>
                          <a:rPr lang="el-G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sup>
                    </m:sSubSup>
                  </m:oMath>
                </a14:m>
                <a:r>
                  <a:rPr lang="el-GR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καταγράφεται σε κάθε επίλυση</a:t>
                </a:r>
                <a:endParaRPr lang="en-US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marR="0" indent="-28575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l-GR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τα ζεύγη τιμών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  <m:sup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  <m:r>
                          <a:rPr lang="el-G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</m:t>
                        </m:r>
                      </m:sup>
                    </m:sSubSup>
                  </m:oMath>
                </a14:m>
                <a:r>
                  <a:rPr lang="el-GR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el-GR" sz="1800" i="1" dirty="0"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l-GR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𝜆</m:t>
                        </m:r>
                      </m:e>
                      <m:sub>
                        <m:r>
                          <a:rPr lang="en-GB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l-GR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συνδυάζονται </a:t>
                </a:r>
                <a:endParaRPr lang="en-US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marR="0" indent="-285750">
                  <a:spcBef>
                    <a:spcPts val="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</a:pPr>
                <a:r>
                  <a:rPr lang="el-GR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δημιουργείται η συνάρτηση οριακής χρησιμότητας</a:t>
                </a:r>
                <a:endParaRPr lang="en-GB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014966-4DF0-7BBC-7CFE-859D614FE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930" y="2235660"/>
                <a:ext cx="5296146" cy="2386679"/>
              </a:xfrm>
              <a:prstGeom prst="rect">
                <a:avLst/>
              </a:prstGeom>
              <a:blipFill>
                <a:blip r:embed="rId3"/>
                <a:stretch>
                  <a:fillRect l="-806" t="-1535" r="-1726" b="-3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9394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044" y="206930"/>
            <a:ext cx="3523911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Αποτελέσματα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>
                <a:latin typeface="Times New Roman" panose="02020603050405020304" pitchFamily="18" charset="0"/>
                <a:cs typeface="Calibri" panose="020F0502020204030204" pitchFamily="34" charset="0"/>
              </a:rPr>
              <a:t>Κάθε σημείο είναι η λύση του στοχαστικού προβλήματος βελτιστοποίησης αλλά θεωρώντας διαφορετική τιμή στην </a:t>
            </a:r>
            <a:r>
              <a:rPr lang="en-US">
                <a:latin typeface="Times New Roman" panose="02020603050405020304" pitchFamily="18" charset="0"/>
                <a:cs typeface="Calibri" panose="020F0502020204030204" pitchFamily="34" charset="0"/>
              </a:rPr>
              <a:t>P2P</a:t>
            </a:r>
            <a:r>
              <a:rPr lang="el-GR">
                <a:latin typeface="Times New Roman" panose="02020603050405020304" pitchFamily="18" charset="0"/>
                <a:cs typeface="Calibri" panose="020F0502020204030204" pitchFamily="34" charset="0"/>
              </a:rPr>
              <a:t> αγορά.</a:t>
            </a:r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816768" y="12160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2785929" y="733415"/>
            <a:ext cx="7716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i="1" dirty="0"/>
              <a:t>Συναρτήσεις Οριακής Χρησιμότητας και παράγοντες που τις επηρεάζουν</a:t>
            </a:r>
            <a:endParaRPr lang="en-US" i="1" dirty="0"/>
          </a:p>
          <a:p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D722C5-815E-8AD8-3499-D194687313B7}"/>
              </a:ext>
            </a:extLst>
          </p:cNvPr>
          <p:cNvSpPr txBox="1"/>
          <p:nvPr/>
        </p:nvSpPr>
        <p:spPr>
          <a:xfrm>
            <a:off x="857238" y="1543467"/>
            <a:ext cx="41385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Calibri" panose="020F0502020204030204" pitchFamily="34" charset="0"/>
              </a:rPr>
              <a:t>Η </a:t>
            </a:r>
            <a:r>
              <a:rPr lang="en-US" i="1" dirty="0">
                <a:latin typeface="Times New Roman" panose="02020603050405020304" pitchFamily="18" charset="0"/>
                <a:cs typeface="Calibri" panose="020F0502020204030204" pitchFamily="34" charset="0"/>
              </a:rPr>
              <a:t>MUF </a:t>
            </a:r>
            <a:r>
              <a:rPr lang="el-GR" dirty="0">
                <a:latin typeface="Times New Roman" panose="02020603050405020304" pitchFamily="18" charset="0"/>
                <a:cs typeface="Calibri" panose="020F0502020204030204" pitchFamily="34" charset="0"/>
              </a:rPr>
              <a:t>είναι χρήσιμο εργαλείο γιατί</a:t>
            </a:r>
            <a:r>
              <a:rPr lang="en-US" dirty="0">
                <a:latin typeface="Times New Roman" panose="02020603050405020304" pitchFamily="18" charset="0"/>
                <a:cs typeface="Calibri" panose="020F0502020204030204" pitchFamily="34" charset="0"/>
              </a:rPr>
              <a:t>:</a:t>
            </a:r>
            <a:endParaRPr lang="el-GR" dirty="0"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US" dirty="0"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>
                <a:latin typeface="Times New Roman" panose="02020603050405020304" pitchFamily="18" charset="0"/>
                <a:cs typeface="Calibri" panose="020F0502020204030204" pitchFamily="34" charset="0"/>
              </a:rPr>
              <a:t>Δίνει βέλτιστη στρατηγική αγοράς/πώλησης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>
                <a:latin typeface="Times New Roman" panose="02020603050405020304" pitchFamily="18" charset="0"/>
                <a:cs typeface="Calibri" panose="020F0502020204030204" pitchFamily="34" charset="0"/>
              </a:rPr>
              <a:t>Δείχνει την ευαισθησία του </a:t>
            </a:r>
            <a:r>
              <a:rPr lang="en-US" dirty="0">
                <a:latin typeface="Times New Roman" panose="02020603050405020304" pitchFamily="18" charset="0"/>
                <a:cs typeface="Calibri" panose="020F0502020204030204" pitchFamily="34" charset="0"/>
              </a:rPr>
              <a:t>Prosumer </a:t>
            </a:r>
            <a:r>
              <a:rPr lang="el-GR" dirty="0">
                <a:latin typeface="Times New Roman" panose="02020603050405020304" pitchFamily="18" charset="0"/>
                <a:cs typeface="Calibri" panose="020F0502020204030204" pitchFamily="34" charset="0"/>
              </a:rPr>
              <a:t>ως προς την τιμή της αγοράς</a:t>
            </a:r>
            <a:endParaRPr lang="en-GB" dirty="0"/>
          </a:p>
        </p:txBody>
      </p:sp>
      <p:pic>
        <p:nvPicPr>
          <p:cNvPr id="22" name="Εικόνα 21">
            <a:extLst>
              <a:ext uri="{FF2B5EF4-FFF2-40B4-BE49-F238E27FC236}">
                <a16:creationId xmlns:a16="http://schemas.microsoft.com/office/drawing/2014/main" id="{92655BFE-4E8D-4D07-8E8D-90EA3B10A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685" y="1408640"/>
            <a:ext cx="5004276" cy="404072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2E9944E-34E9-BC45-87FB-3967466C513A}"/>
              </a:ext>
            </a:extLst>
          </p:cNvPr>
          <p:cNvSpPr txBox="1"/>
          <p:nvPr/>
        </p:nvSpPr>
        <p:spPr>
          <a:xfrm>
            <a:off x="5561177" y="5591099"/>
            <a:ext cx="61316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>
                <a:latin typeface="Times New Roman" panose="02020603050405020304" pitchFamily="18" charset="0"/>
                <a:cs typeface="Calibri" panose="020F0502020204030204" pitchFamily="34" charset="0"/>
              </a:rPr>
              <a:t>Σύμβαση</a:t>
            </a:r>
            <a:r>
              <a:rPr lang="en-US" dirty="0">
                <a:latin typeface="Times New Roman" panose="02020603050405020304" pitchFamily="18" charset="0"/>
                <a:cs typeface="Calibri" panose="020F0502020204030204" pitchFamily="34" charset="0"/>
              </a:rPr>
              <a:t>:</a:t>
            </a:r>
            <a:r>
              <a:rPr lang="el-GR" dirty="0">
                <a:latin typeface="Times New Roman" panose="02020603050405020304" pitchFamily="18" charset="0"/>
                <a:cs typeface="Calibri" panose="020F0502020204030204" pitchFamily="34" charset="0"/>
              </a:rPr>
              <a:t> Αρνητική τιμή Ενέργειας σημαίνει ότι ο </a:t>
            </a:r>
            <a:r>
              <a:rPr lang="en-US" dirty="0">
                <a:latin typeface="Times New Roman" panose="02020603050405020304" pitchFamily="18" charset="0"/>
                <a:cs typeface="Calibri" panose="020F0502020204030204" pitchFamily="34" charset="0"/>
              </a:rPr>
              <a:t>Prosumer </a:t>
            </a:r>
            <a:r>
              <a:rPr lang="el-GR" dirty="0">
                <a:latin typeface="Times New Roman" panose="02020603050405020304" pitchFamily="18" charset="0"/>
                <a:cs typeface="Calibri" panose="020F0502020204030204" pitchFamily="34" charset="0"/>
              </a:rPr>
              <a:t>πουλάει και θετική ότι αγοράζει.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7187E-F9B6-B6DA-BA45-46C2424BFEC9}"/>
              </a:ext>
            </a:extLst>
          </p:cNvPr>
          <p:cNvSpPr txBox="1"/>
          <p:nvPr/>
        </p:nvSpPr>
        <p:spPr>
          <a:xfrm>
            <a:off x="1397109" y="3799830"/>
            <a:ext cx="25168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Calibri" panose="020F0502020204030204" pitchFamily="34" charset="0"/>
              </a:rPr>
              <a:t>Κάθε σημείο έχει προκύψει από την λύση του αντίστοιχου </a:t>
            </a:r>
            <a:r>
              <a:rPr lang="en-US" dirty="0">
                <a:latin typeface="Times New Roman" panose="02020603050405020304" pitchFamily="18" charset="0"/>
                <a:cs typeface="Calibri" panose="020F0502020204030204" pitchFamily="34" charset="0"/>
              </a:rPr>
              <a:t>SOP.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379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044" y="206930"/>
            <a:ext cx="3523911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Αποτελέσματα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816768" y="12160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2785929" y="733415"/>
            <a:ext cx="7716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i="1" dirty="0"/>
              <a:t>Συναρτήσεις Οριακής Χρησιμότητας και παράγοντες που τις επηρεάζουν</a:t>
            </a:r>
            <a:endParaRPr lang="en-US" i="1" dirty="0"/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5A26E1-86B0-9F11-3341-97E28C239CC5}"/>
              </a:ext>
            </a:extLst>
          </p:cNvPr>
          <p:cNvSpPr txBox="1"/>
          <p:nvPr/>
        </p:nvSpPr>
        <p:spPr>
          <a:xfrm>
            <a:off x="1017750" y="1493024"/>
            <a:ext cx="905774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Στο πλαίσιο της διπλωματικής μας ενδιαφέρει να δούμε και πως μεταβάλλεται η επιθυμία του </a:t>
            </a:r>
            <a:r>
              <a:rPr lang="en-US" dirty="0"/>
              <a:t>Prosumer </a:t>
            </a:r>
            <a:r>
              <a:rPr lang="el-GR" dirty="0"/>
              <a:t>και άρα το σχήμα της </a:t>
            </a:r>
            <a:r>
              <a:rPr lang="en-US" i="1" dirty="0"/>
              <a:t>MUF</a:t>
            </a:r>
            <a:r>
              <a:rPr lang="el-GR" i="1" dirty="0"/>
              <a:t> </a:t>
            </a:r>
            <a:r>
              <a:rPr lang="el-GR" dirty="0"/>
              <a:t>όταν μεταβάλλονται κάποιοι παράγοντες, εξετάζουμε την ευαισθησία ως προς</a:t>
            </a:r>
            <a:r>
              <a:rPr lang="en-US" dirty="0"/>
              <a:t>: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l-GR" dirty="0"/>
              <a:t>Την χρονική στιγμή της ημέρας την οποία εξετάζουμε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l-GR" dirty="0"/>
              <a:t>Την αρχική φόρτιση της μπαταρίας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l-GR" dirty="0"/>
              <a:t>Την ύπαρξη </a:t>
            </a:r>
            <a:r>
              <a:rPr lang="en-US" dirty="0"/>
              <a:t>tariff </a:t>
            </a:r>
            <a:r>
              <a:rPr lang="el-GR" dirty="0"/>
              <a:t>στην εισαγόμενη ενέργεια</a:t>
            </a:r>
          </a:p>
          <a:p>
            <a:endParaRPr lang="el-GR" dirty="0"/>
          </a:p>
          <a:p>
            <a:r>
              <a:rPr lang="el-GR" dirty="0"/>
              <a:t>Για τον λόγο αυτό, σχεδιάζουμε </a:t>
            </a:r>
            <a:r>
              <a:rPr lang="en-US" i="1" dirty="0"/>
              <a:t>MUFs</a:t>
            </a:r>
            <a:r>
              <a:rPr lang="el-GR" i="1" dirty="0"/>
              <a:t> </a:t>
            </a:r>
            <a:r>
              <a:rPr lang="el-GR" dirty="0"/>
              <a:t>για διαφορετικές χρονικές στιγμές του εικοσιτετράωρου που εξετάζουμε, για διαφορετικές αρχικές φόρτισης της μπαταρίας και για τις περιπτώσεις που υπάρχουν και δεν υπάρχουν </a:t>
            </a:r>
            <a:r>
              <a:rPr lang="en-US" dirty="0"/>
              <a:t>tariffs </a:t>
            </a:r>
            <a:r>
              <a:rPr lang="el-GR" dirty="0"/>
              <a:t>αντίστοιχα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9010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044" y="206930"/>
            <a:ext cx="3523911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Αποτελέσματα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816768" y="12160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4167284" y="725587"/>
            <a:ext cx="4850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i="1" dirty="0"/>
              <a:t>Ευαισθησία ως προς ώρα της ημέρας</a:t>
            </a:r>
            <a:endParaRPr lang="en-US" i="1" dirty="0"/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5A26E1-86B0-9F11-3341-97E28C239CC5}"/>
              </a:ext>
            </a:extLst>
          </p:cNvPr>
          <p:cNvSpPr txBox="1"/>
          <p:nvPr/>
        </p:nvSpPr>
        <p:spPr>
          <a:xfrm>
            <a:off x="637306" y="4903311"/>
            <a:ext cx="11315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Και στις τρείς παραπάνω περιπτώσεις δεν επιβάλλονται ταρίφες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η αρχική φόρτιση είναι 1 </a:t>
            </a:r>
            <a:r>
              <a:rPr lang="en-US" dirty="0"/>
              <a:t>kWh</a:t>
            </a:r>
            <a:endParaRPr lang="el-G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Η μεγαλύτερη διαφορά είναι στην μεσαία εικόνα</a:t>
            </a:r>
            <a:endParaRPr lang="en-GB" dirty="0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6A942F2C-5A7B-06C3-5B25-35BD701B9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355" y="1756474"/>
            <a:ext cx="3782724" cy="2922187"/>
          </a:xfrm>
          <a:prstGeom prst="rect">
            <a:avLst/>
          </a:prstGeom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id="{71077370-2CAD-D2E6-3FC1-DC8098F40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64" y="1752438"/>
            <a:ext cx="3782724" cy="2934115"/>
          </a:xfrm>
          <a:prstGeom prst="rect">
            <a:avLst/>
          </a:prstGeom>
        </p:spPr>
      </p:pic>
      <p:pic>
        <p:nvPicPr>
          <p:cNvPr id="9" name="Εικόνα 8">
            <a:extLst>
              <a:ext uri="{FF2B5EF4-FFF2-40B4-BE49-F238E27FC236}">
                <a16:creationId xmlns:a16="http://schemas.microsoft.com/office/drawing/2014/main" id="{52DC9D72-D368-96FE-7591-D063B2A91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749" y="1737592"/>
            <a:ext cx="3677251" cy="288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22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044" y="206930"/>
            <a:ext cx="3523911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Αποτελέσματα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816768" y="12160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3828516" y="759875"/>
            <a:ext cx="5221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i="1" dirty="0"/>
              <a:t>Ευαισθησία ως προς αρχική φόρτιση μπαταρίας</a:t>
            </a:r>
            <a:endParaRPr lang="en-US" i="1" dirty="0"/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5A26E1-86B0-9F11-3341-97E28C239CC5}"/>
              </a:ext>
            </a:extLst>
          </p:cNvPr>
          <p:cNvSpPr txBox="1"/>
          <p:nvPr/>
        </p:nvSpPr>
        <p:spPr>
          <a:xfrm>
            <a:off x="520764" y="4991107"/>
            <a:ext cx="11315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Και στις τρείς παραπάνω περιπτώσεις δεν επιβάλλονται ταρίφες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το χρονικό βήμα που εξετάζουμε είναι το ίδιο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εν γένει όσο η φόρτιση μεγαλώνει τόσο πιο πολύ ο</a:t>
            </a:r>
            <a:r>
              <a:rPr lang="en-US" dirty="0"/>
              <a:t> Prosumer </a:t>
            </a:r>
            <a:r>
              <a:rPr lang="el-GR" dirty="0"/>
              <a:t>τείνει να θέλει να πουλήσει ενέργεια.</a:t>
            </a:r>
            <a:endParaRPr lang="en-GB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27C24A8F-FF49-2526-3145-E2245A1DD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141" y="1640719"/>
            <a:ext cx="3722946" cy="2895034"/>
          </a:xfrm>
          <a:prstGeom prst="rect">
            <a:avLst/>
          </a:prstGeom>
        </p:spPr>
      </p:pic>
      <p:pic>
        <p:nvPicPr>
          <p:cNvPr id="4" name="Εικόνα 3">
            <a:extLst>
              <a:ext uri="{FF2B5EF4-FFF2-40B4-BE49-F238E27FC236}">
                <a16:creationId xmlns:a16="http://schemas.microsoft.com/office/drawing/2014/main" id="{CA004F95-1391-D8FF-E839-0E19D0853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95" y="1648006"/>
            <a:ext cx="3722946" cy="2887747"/>
          </a:xfrm>
          <a:prstGeom prst="rect">
            <a:avLst/>
          </a:prstGeom>
        </p:spPr>
      </p:pic>
      <p:pic>
        <p:nvPicPr>
          <p:cNvPr id="10" name="Εικόνα 9">
            <a:extLst>
              <a:ext uri="{FF2B5EF4-FFF2-40B4-BE49-F238E27FC236}">
                <a16:creationId xmlns:a16="http://schemas.microsoft.com/office/drawing/2014/main" id="{E20D97C8-E721-CAD6-1B50-29D06F89A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700" y="1677859"/>
            <a:ext cx="3850306" cy="293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617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044" y="206930"/>
            <a:ext cx="3523911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Αποτελέσματα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816768" y="12160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3734513" y="734908"/>
            <a:ext cx="4871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i="1" dirty="0"/>
              <a:t>Ευαισθησίας ως προς ύπαρξη ή απουσία ταρίφας</a:t>
            </a:r>
            <a:endParaRPr lang="en-US" i="1" dirty="0"/>
          </a:p>
          <a:p>
            <a:endParaRPr lang="en-GB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559683F4-C7A1-EF96-C7D4-3E75FED4A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46" y="1440527"/>
            <a:ext cx="4371952" cy="3392556"/>
          </a:xfrm>
          <a:prstGeom prst="rect">
            <a:avLst/>
          </a:prstGeom>
        </p:spPr>
      </p:pic>
      <p:pic>
        <p:nvPicPr>
          <p:cNvPr id="4" name="Εικόνα 3">
            <a:extLst>
              <a:ext uri="{FF2B5EF4-FFF2-40B4-BE49-F238E27FC236}">
                <a16:creationId xmlns:a16="http://schemas.microsoft.com/office/drawing/2014/main" id="{6F617523-EAC8-CDD4-C5E7-2ED376001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859" y="1543466"/>
            <a:ext cx="4075750" cy="32909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A29398-95BD-4CA7-0385-FB311ABE78D0}"/>
              </a:ext>
            </a:extLst>
          </p:cNvPr>
          <p:cNvSpPr txBox="1"/>
          <p:nvPr/>
        </p:nvSpPr>
        <p:spPr>
          <a:xfrm>
            <a:off x="1524646" y="5057584"/>
            <a:ext cx="93968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Η χρονική στιγμή της ημέρας είναι ίδια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Η αρχική φόρτιση είναι ίδια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Βλέπουμε πως σε αυτό το παράδειγμα η ύπαρξη ταρίφας επηρεάζει σημαντικά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0590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044" y="206930"/>
            <a:ext cx="3523911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Αποτελέσματα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816768" y="12160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3734513" y="734908"/>
            <a:ext cx="4871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i="1" dirty="0"/>
              <a:t>Αξιολόγηση Μοντέλου-Σύγκριση με </a:t>
            </a:r>
            <a:r>
              <a:rPr lang="en-US" i="1" dirty="0"/>
              <a:t>Realization</a:t>
            </a:r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A29398-95BD-4CA7-0385-FB311ABE78D0}"/>
              </a:ext>
            </a:extLst>
          </p:cNvPr>
          <p:cNvSpPr txBox="1"/>
          <p:nvPr/>
        </p:nvSpPr>
        <p:spPr>
          <a:xfrm>
            <a:off x="1567375" y="1248625"/>
            <a:ext cx="93968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Για να πάρει κανείς την πραγματικά βέλτιστη απόφαση αγοράς ή πώλησης ενέργειας θα πρέπει να γνωρίζει το φορτίο που στην πράξη είναι άγνωστο, ωστόσο στην περίπτωση που εξετάζουμε καθώς τα δεδομένα είναι ιστορικά έχουμε το </a:t>
            </a:r>
            <a:r>
              <a:rPr lang="en-US" dirty="0"/>
              <a:t>realization</a:t>
            </a:r>
            <a:r>
              <a:rPr lang="el-GR" dirty="0"/>
              <a:t> οπότε επιλύουμε το ντετερμινιστικό πρόβλημα, βλέπουμε την </a:t>
            </a:r>
            <a:r>
              <a:rPr lang="en-US" i="1" dirty="0"/>
              <a:t>MUF</a:t>
            </a:r>
            <a:r>
              <a:rPr lang="el-GR" i="1" dirty="0"/>
              <a:t> </a:t>
            </a:r>
            <a:r>
              <a:rPr lang="el-GR" dirty="0"/>
              <a:t>που θα είχαμε εάν γνωρίζαμε το φορτίο εκ των προτέρων και το συγκρίνουμε με το δικό μας </a:t>
            </a:r>
            <a:r>
              <a:rPr lang="en-US" dirty="0"/>
              <a:t>Forecast.</a:t>
            </a:r>
            <a:r>
              <a:rPr lang="el-GR" dirty="0"/>
              <a:t> Είναι φανερό ότι οι δύο συναρτήσεις δε διαφέρουν σημαντικά!</a:t>
            </a:r>
            <a:endParaRPr lang="en-GB" i="1" dirty="0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9D9D2F60-943B-CF04-D991-A9FABF91B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375" y="2975306"/>
            <a:ext cx="4116070" cy="3321129"/>
          </a:xfrm>
          <a:prstGeom prst="rect">
            <a:avLst/>
          </a:prstGeom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id="{4B5767C2-E766-1A10-E931-94F2EA0CE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584" y="2975306"/>
            <a:ext cx="4116070" cy="33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310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4044" y="206930"/>
            <a:ext cx="3523911" cy="647698"/>
          </a:xfrm>
        </p:spPr>
        <p:txBody>
          <a:bodyPr>
            <a:normAutofit fontScale="90000"/>
          </a:bodyPr>
          <a:lstStyle/>
          <a:p>
            <a:r>
              <a:rPr lang="el-GR" dirty="0"/>
              <a:t>Αποτελέσματα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816768" y="12160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49CB8B-D792-C840-42BB-86BED499E030}"/>
              </a:ext>
            </a:extLst>
          </p:cNvPr>
          <p:cNvSpPr txBox="1"/>
          <p:nvPr/>
        </p:nvSpPr>
        <p:spPr>
          <a:xfrm>
            <a:off x="3734513" y="734908"/>
            <a:ext cx="4871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i="1" dirty="0"/>
              <a:t>Αξιολόγηση Μοντέλου-Σύγκριση με </a:t>
            </a:r>
            <a:r>
              <a:rPr lang="en-US" i="1" dirty="0"/>
              <a:t>Realization</a:t>
            </a:r>
          </a:p>
          <a:p>
            <a:endParaRPr lang="en-GB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30EE0F09-4C8E-D86A-53B2-DDCBAF1FC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36" y="1909217"/>
            <a:ext cx="5037455" cy="3164205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D0AF9A-A079-B07E-EB87-8B624DA15F6A}"/>
              </a:ext>
            </a:extLst>
          </p:cNvPr>
          <p:cNvSpPr txBox="1"/>
          <p:nvPr/>
        </p:nvSpPr>
        <p:spPr>
          <a:xfrm>
            <a:off x="3388438" y="5358566"/>
            <a:ext cx="6127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Το ποσοστιαίο σφάλμα είναι επίσης αρκετά χαμηλό και σταθερό!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55828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400" y="286604"/>
            <a:ext cx="7066280" cy="929422"/>
          </a:xfrm>
        </p:spPr>
        <p:txBody>
          <a:bodyPr>
            <a:normAutofit/>
          </a:bodyPr>
          <a:lstStyle/>
          <a:p>
            <a:r>
              <a:rPr lang="el-GR" dirty="0"/>
              <a:t>Συμπεράσματα</a:t>
            </a:r>
            <a:endParaRPr lang="en-GB" dirty="0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6A8CAE88-8C29-599B-40EA-5FE4C6E1F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8239" y="2207029"/>
            <a:ext cx="4937760" cy="310750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Μεγάλο Οικονομικό όφελος δύναται να προκύψει για τους </a:t>
            </a:r>
            <a:r>
              <a:rPr lang="en-US" dirty="0"/>
              <a:t>Prosumer </a:t>
            </a:r>
            <a:r>
              <a:rPr lang="el-GR" dirty="0"/>
              <a:t>που εφοδιάζονται με συστήματα αποθήκευσης.</a:t>
            </a:r>
          </a:p>
          <a:p>
            <a:pPr marL="0" indent="0">
              <a:buNone/>
            </a:pPr>
            <a:endParaRPr lang="el-GR" dirty="0"/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Η προθυμία του </a:t>
            </a:r>
            <a:r>
              <a:rPr lang="en-US" dirty="0"/>
              <a:t>Prosumer</a:t>
            </a:r>
            <a:r>
              <a:rPr lang="el-GR" dirty="0"/>
              <a:t> που εξετάζουμε</a:t>
            </a:r>
            <a:r>
              <a:rPr lang="en-US" dirty="0"/>
              <a:t> </a:t>
            </a:r>
            <a:r>
              <a:rPr lang="el-GR" dirty="0"/>
              <a:t>να εμπορευτεί ενέργεια στην </a:t>
            </a:r>
            <a:r>
              <a:rPr lang="en-US" dirty="0"/>
              <a:t>P2P</a:t>
            </a:r>
            <a:r>
              <a:rPr lang="el-GR" dirty="0"/>
              <a:t> αγορά επηρεάζεται κυρίως από την αρχική φόρτιση της μπαταρίας, την ώρα του εικοσιτετράωρου και την ύπαρξη ή απουσία ταρίφας.</a:t>
            </a:r>
          </a:p>
        </p:txBody>
      </p: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29361B45-01DD-930C-D3F6-6920FAF4E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8900" y="2133798"/>
            <a:ext cx="4716780" cy="325396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Ή </a:t>
            </a:r>
            <a:r>
              <a:rPr lang="en-US" i="1" dirty="0"/>
              <a:t>MUF</a:t>
            </a:r>
            <a:r>
              <a:rPr lang="en-US" dirty="0"/>
              <a:t> </a:t>
            </a:r>
            <a:r>
              <a:rPr lang="el-GR" dirty="0"/>
              <a:t>που κατασκευάστηκε με λύση στοχαστικού προβλήματος ήταν πολύ κοντά με αυτή που προέκυψε από το </a:t>
            </a:r>
            <a:r>
              <a:rPr lang="en-US" dirty="0"/>
              <a:t>realization,</a:t>
            </a:r>
            <a:r>
              <a:rPr lang="el-GR" dirty="0"/>
              <a:t> συνεπώς το σύνολο σεναρίων που κατασκευάσαμε και το στοχαστικό πρόβλημα που επιλύσαμε πετυχαίνει καλή εκτίμηση.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Πολύ σημαντικό αποτέλεσμα είναι πως στις περισσότερες </a:t>
            </a:r>
            <a:r>
              <a:rPr lang="en-US" i="1" dirty="0"/>
              <a:t>MUF</a:t>
            </a:r>
            <a:r>
              <a:rPr lang="el-GR" i="1" dirty="0"/>
              <a:t> </a:t>
            </a:r>
            <a:r>
              <a:rPr lang="el-GR" dirty="0"/>
              <a:t>δεν βλέπουμε σημαντικές αλλαγές στην προθυμία του </a:t>
            </a:r>
            <a:r>
              <a:rPr lang="en-US" dirty="0"/>
              <a:t>Prosumer </a:t>
            </a:r>
            <a:r>
              <a:rPr lang="el-GR" dirty="0"/>
              <a:t>όταν αλλάζει η τιμή στην </a:t>
            </a:r>
            <a:r>
              <a:rPr lang="en-US" dirty="0"/>
              <a:t>P2P</a:t>
            </a:r>
            <a:r>
              <a:rPr lang="el-GR" dirty="0"/>
              <a:t> αγορά, οι αποφάσεις του δηλαδή δεν</a:t>
            </a: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816768" y="12160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61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9F3007-AC89-6728-DC19-2E0994D7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0" y="347141"/>
            <a:ext cx="7066280" cy="929422"/>
          </a:xfrm>
        </p:spPr>
        <p:txBody>
          <a:bodyPr>
            <a:normAutofit/>
          </a:bodyPr>
          <a:lstStyle/>
          <a:p>
            <a:r>
              <a:rPr lang="el-GR" dirty="0"/>
              <a:t>Μελλοντικές Επεκτάσεις</a:t>
            </a:r>
            <a:endParaRPr lang="en-GB" dirty="0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6A8CAE88-8C29-599B-40EA-5FE4C6E1F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0736" y="1950655"/>
            <a:ext cx="5865263" cy="310750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Επίλυση προβλήματος με μεγαλύτερο πλήθος σεναρίων αξιολόγηση της επίδρασης στην ακρίβεια και τους υπολογιστικούς χρόνους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sz="1900" dirty="0">
                <a:effectLst/>
                <a:latin typeface="Calibri (Κυρίως κείμενο)"/>
                <a:ea typeface="Calibri" panose="020F0502020204030204" pitchFamily="34" charset="0"/>
                <a:cs typeface="Calibri" panose="020F0502020204030204" pitchFamily="34" charset="0"/>
              </a:rPr>
              <a:t>Η διαδικασία υλοποίησης την αντιστοίχισης αγοραστών και πωλητών δεν συμπεριλαμβάνετε στους στόχους της εργασίας αυτής, παρόλα αυτά πολλές φορές για τέτοιες διαδικασίες χρησιμοποιούνται γραμμικές συναρτήσεις, συνεπώς η γραμικοποίηση των Συναρτήσεων Οριακής Χρησιμότητας μπορεί να βοηθήσει στη.</a:t>
            </a:r>
            <a:endParaRPr lang="en-GB" sz="1900" dirty="0">
              <a:effectLst/>
              <a:latin typeface="Calibri (Κυρίως κείμενο)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l-GR" dirty="0"/>
          </a:p>
        </p:txBody>
      </p:sp>
      <p:sp>
        <p:nvSpPr>
          <p:cNvPr id="5" name="Θέση περιεχομένου 4">
            <a:extLst>
              <a:ext uri="{FF2B5EF4-FFF2-40B4-BE49-F238E27FC236}">
                <a16:creationId xmlns:a16="http://schemas.microsoft.com/office/drawing/2014/main" id="{29361B45-01DD-930C-D3F6-6920FAF4E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446" y="1965096"/>
            <a:ext cx="4716780" cy="288036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Εμείς, προσομοιώσαμε την φ/β παραγωγή και το φορτίο ως μία άγνωστη μεταβλητή, το οποίο δεν είναι λάθος όταν το φ/β του </a:t>
            </a:r>
            <a:r>
              <a:rPr lang="en-US" dirty="0"/>
              <a:t>Prosumer</a:t>
            </a:r>
            <a:r>
              <a:rPr lang="el-GR" dirty="0"/>
              <a:t> είναι μικρής κλίμακας όπως θεωρήσαμε, αλλά για μεγαλύτερα συστήματα θα είχε ενδιαφέρον να κατασκευαστούν χωριστά μοντέλα πρόβλεψης και να μετρηθεί η ακρίβεια τους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dirty="0"/>
              <a:t>Στο υπό εξέταση σύστημα θα είχε ενδιαφέρον να προστεθούν και επιπλέον ευελιξίες όπως ηλεκτρικά αυτοκίνητα.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</p:txBody>
      </p:sp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Ευθεία γραμμή σύνδεσης 13">
            <a:extLst>
              <a:ext uri="{FF2B5EF4-FFF2-40B4-BE49-F238E27FC236}">
                <a16:creationId xmlns:a16="http://schemas.microsoft.com/office/drawing/2014/main" id="{6E6AF616-139D-14B8-792A-0D103BD35F25}"/>
              </a:ext>
            </a:extLst>
          </p:cNvPr>
          <p:cNvCxnSpPr>
            <a:cxnSpLocks/>
          </p:cNvCxnSpPr>
          <p:nvPr/>
        </p:nvCxnSpPr>
        <p:spPr>
          <a:xfrm>
            <a:off x="816768" y="1216025"/>
            <a:ext cx="10558463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3186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Ορθογώνιο 6">
            <a:extLst>
              <a:ext uri="{FF2B5EF4-FFF2-40B4-BE49-F238E27FC236}">
                <a16:creationId xmlns:a16="http://schemas.microsoft.com/office/drawing/2014/main" id="{919E7A45-0980-5FAB-6F18-BB71770898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9532" y="1543467"/>
            <a:ext cx="12192000" cy="32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25EF60F6-C676-B261-5EA2-38028C4AD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06700" y="2692394"/>
            <a:ext cx="6883399" cy="1079506"/>
          </a:xfrm>
        </p:spPr>
        <p:txBody>
          <a:bodyPr>
            <a:normAutofit/>
          </a:bodyPr>
          <a:lstStyle/>
          <a:p>
            <a:r>
              <a:rPr lang="el-GR" sz="3200" b="1" dirty="0"/>
              <a:t>Σας Ευχαριστώ για την Προσοχή σας!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25065356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A5F9065-3BBD-4B76-5482-92933678C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" name="Θέση περιεχομένου 9" descr="Εικόνα που περιέχει πράσινο, πορσελάνη">
            <a:extLst>
              <a:ext uri="{FF2B5EF4-FFF2-40B4-BE49-F238E27FC236}">
                <a16:creationId xmlns:a16="http://schemas.microsoft.com/office/drawing/2014/main" id="{9D35EACB-94CA-E7B4-7E2D-E929A241A0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E9D338-49F7-060F-9A59-2DD29F309C18}"/>
              </a:ext>
            </a:extLst>
          </p:cNvPr>
          <p:cNvSpPr txBox="1"/>
          <p:nvPr/>
        </p:nvSpPr>
        <p:spPr>
          <a:xfrm>
            <a:off x="9174480" y="427206"/>
            <a:ext cx="2499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200" b="1" dirty="0">
                <a:latin typeface="Calibri (Κυρίως κείμενο)"/>
                <a:cs typeface="Calibri" panose="020F0502020204030204" pitchFamily="34" charset="0"/>
              </a:rPr>
              <a:t>Ερωτήσεις</a:t>
            </a:r>
            <a:r>
              <a:rPr lang="en-US" sz="3200" b="1" dirty="0">
                <a:latin typeface="Calibri (Κυρίως κείμενο)"/>
                <a:cs typeface="Calibri" panose="020F0502020204030204" pitchFamily="34" charset="0"/>
              </a:rPr>
              <a:t>;;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2374849243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 1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2C650"/>
      </a:accent1>
      <a:accent2>
        <a:srgbClr val="5CBE7A"/>
      </a:accent2>
      <a:accent3>
        <a:srgbClr val="2CB8AE"/>
      </a:accent3>
      <a:accent4>
        <a:srgbClr val="24A8C2"/>
      </a:accent4>
      <a:accent5>
        <a:srgbClr val="249ED2"/>
      </a:accent5>
      <a:accent6>
        <a:srgbClr val="3F3F3F"/>
      </a:accent6>
      <a:hlink>
        <a:srgbClr val="FFFFFF"/>
      </a:hlink>
      <a:folHlink>
        <a:srgbClr val="FFFFF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 1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2C650"/>
      </a:accent1>
      <a:accent2>
        <a:srgbClr val="5CBE7A"/>
      </a:accent2>
      <a:accent3>
        <a:srgbClr val="2CB8AE"/>
      </a:accent3>
      <a:accent4>
        <a:srgbClr val="24A8C2"/>
      </a:accent4>
      <a:accent5>
        <a:srgbClr val="249ED2"/>
      </a:accent5>
      <a:accent6>
        <a:srgbClr val="3F3F3F"/>
      </a:accent6>
      <a:hlink>
        <a:srgbClr val="FFFFFF"/>
      </a:hlink>
      <a:folHlink>
        <a:srgbClr val="FFFFF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COLOR 1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2C650"/>
      </a:accent1>
      <a:accent2>
        <a:srgbClr val="5CBE7A"/>
      </a:accent2>
      <a:accent3>
        <a:srgbClr val="2CB8AE"/>
      </a:accent3>
      <a:accent4>
        <a:srgbClr val="24A8C2"/>
      </a:accent4>
      <a:accent5>
        <a:srgbClr val="249ED2"/>
      </a:accent5>
      <a:accent6>
        <a:srgbClr val="3F3F3F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Θέμα1">
  <a:themeElements>
    <a:clrScheme name="ALLPPT-COLOR 1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2C650"/>
      </a:accent1>
      <a:accent2>
        <a:srgbClr val="5CBE7A"/>
      </a:accent2>
      <a:accent3>
        <a:srgbClr val="2CB8AE"/>
      </a:accent3>
      <a:accent4>
        <a:srgbClr val="24A8C2"/>
      </a:accent4>
      <a:accent5>
        <a:srgbClr val="249ED2"/>
      </a:accent5>
      <a:accent6>
        <a:srgbClr val="3F3F3F"/>
      </a:accent6>
      <a:hlink>
        <a:srgbClr val="FFFFFF"/>
      </a:hlink>
      <a:folHlink>
        <a:srgbClr val="FFFFF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Θέμα1" id="{95CDD94D-5CC5-4F8E-A063-36CCE5D5968A}" vid="{249C9335-F845-4623-9C6B-518B3EB75372}"/>
    </a:ext>
  </a:extLst>
</a:theme>
</file>

<file path=ppt/theme/theme5.xml><?xml version="1.0" encoding="utf-8"?>
<a:theme xmlns:a="http://schemas.openxmlformats.org/drawingml/2006/main" name="1_Contents Slide Master">
  <a:themeElements>
    <a:clrScheme name="ALLPPT-COLOR 1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2C650"/>
      </a:accent1>
      <a:accent2>
        <a:srgbClr val="5CBE7A"/>
      </a:accent2>
      <a:accent3>
        <a:srgbClr val="2CB8AE"/>
      </a:accent3>
      <a:accent4>
        <a:srgbClr val="24A8C2"/>
      </a:accent4>
      <a:accent5>
        <a:srgbClr val="249ED2"/>
      </a:accent5>
      <a:accent6>
        <a:srgbClr val="3F3F3F"/>
      </a:accent6>
      <a:hlink>
        <a:srgbClr val="FFFFFF"/>
      </a:hlink>
      <a:folHlink>
        <a:srgbClr val="FFFFF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Section Break Slide Master">
  <a:themeElements>
    <a:clrScheme name="ALLPPT-COLOR 1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2C650"/>
      </a:accent1>
      <a:accent2>
        <a:srgbClr val="5CBE7A"/>
      </a:accent2>
      <a:accent3>
        <a:srgbClr val="2CB8AE"/>
      </a:accent3>
      <a:accent4>
        <a:srgbClr val="24A8C2"/>
      </a:accent4>
      <a:accent5>
        <a:srgbClr val="249ED2"/>
      </a:accent5>
      <a:accent6>
        <a:srgbClr val="3F3F3F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Περικοπή">
  <a:themeElements>
    <a:clrScheme name="Περικοπή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Περικοπή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Περικοπή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8.xml><?xml version="1.0" encoding="utf-8"?>
<a:theme xmlns:a="http://schemas.openxmlformats.org/drawingml/2006/main" name="Ανασκόπηση">
  <a:themeElements>
    <a:clrScheme name="Ζεστό μπλε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Ανασκόπηση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Ανασκόπηση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Clean Energy PowerPoint Templates</Template>
  <TotalTime>718</TotalTime>
  <Words>1978</Words>
  <Application>Microsoft Office PowerPoint</Application>
  <PresentationFormat>Ευρεία οθόνη</PresentationFormat>
  <Paragraphs>231</Paragraphs>
  <Slides>35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8</vt:i4>
      </vt:variant>
      <vt:variant>
        <vt:lpstr>Θέμα</vt:lpstr>
      </vt:variant>
      <vt:variant>
        <vt:i4>8</vt:i4>
      </vt:variant>
      <vt:variant>
        <vt:lpstr>Τίτλοι διαφανειών</vt:lpstr>
      </vt:variant>
      <vt:variant>
        <vt:i4>35</vt:i4>
      </vt:variant>
    </vt:vector>
  </HeadingPairs>
  <TitlesOfParts>
    <vt:vector size="51" baseType="lpstr">
      <vt:lpstr>Arial</vt:lpstr>
      <vt:lpstr>Calibri</vt:lpstr>
      <vt:lpstr>Calibri (Κυρίως κείμενο)</vt:lpstr>
      <vt:lpstr>Calibri Light</vt:lpstr>
      <vt:lpstr>Cambria Math</vt:lpstr>
      <vt:lpstr>Franklin Gothic Book</vt:lpstr>
      <vt:lpstr>Times New Roman</vt:lpstr>
      <vt:lpstr>Wingdings</vt:lpstr>
      <vt:lpstr>Cover and End Slide Master</vt:lpstr>
      <vt:lpstr>Contents Slide Master</vt:lpstr>
      <vt:lpstr>Section Break Slide Master</vt:lpstr>
      <vt:lpstr>Θέμα1</vt:lpstr>
      <vt:lpstr>1_Contents Slide Master</vt:lpstr>
      <vt:lpstr>1_Section Break Slide Master</vt:lpstr>
      <vt:lpstr>Περικοπή</vt:lpstr>
      <vt:lpstr>Ανασκόπηση</vt:lpstr>
      <vt:lpstr>    Βέλτιστος Προγραμματισμός της Λειτουργίας των Μπαταριών των Prosumers για Εξοικονόμηση και Συμμετοχή στις Peer-to-Peer Αγορές</vt:lpstr>
      <vt:lpstr> Agenda</vt:lpstr>
      <vt:lpstr>Παρουσίαση του PowerPoint</vt:lpstr>
      <vt:lpstr> Εισαγωγή</vt:lpstr>
      <vt:lpstr> Εισαγωγή</vt:lpstr>
      <vt:lpstr> Εισαγωγή</vt:lpstr>
      <vt:lpstr>Παρουσίαση του PowerPoint</vt:lpstr>
      <vt:lpstr> Peer-to-Peer Αγορές</vt:lpstr>
      <vt:lpstr>Θεωρητικό Υπόβαθρο</vt:lpstr>
      <vt:lpstr>Θεωρητικό Υπόβαθρο</vt:lpstr>
      <vt:lpstr>Θεωρητικό Υπόβαθρο</vt:lpstr>
      <vt:lpstr>Στόχοι της Εργασίας</vt:lpstr>
      <vt:lpstr>Μαθηματική Διατύπωση </vt:lpstr>
      <vt:lpstr>Μαθηματική Διατύπωση </vt:lpstr>
      <vt:lpstr>Μαθηματική Διατύπωση </vt:lpstr>
      <vt:lpstr>Μαθηματική Διατύπωση </vt:lpstr>
      <vt:lpstr>Αποτελέσματα</vt:lpstr>
      <vt:lpstr>Αποτελέσματα</vt:lpstr>
      <vt:lpstr>Αποτελέσματα</vt:lpstr>
      <vt:lpstr>Αποτελέσματα</vt:lpstr>
      <vt:lpstr>Αποτελέσματα</vt:lpstr>
      <vt:lpstr>Αποτελέσματα</vt:lpstr>
      <vt:lpstr>Αποτελέσματα</vt:lpstr>
      <vt:lpstr>Αποτελέσματα</vt:lpstr>
      <vt:lpstr>Αποτελέσματα</vt:lpstr>
      <vt:lpstr>Αποτελέσματα</vt:lpstr>
      <vt:lpstr>Αποτελέσματα</vt:lpstr>
      <vt:lpstr>Αποτελέσματα</vt:lpstr>
      <vt:lpstr>Αποτελέσματα</vt:lpstr>
      <vt:lpstr>Αποτελέσματα</vt:lpstr>
      <vt:lpstr>Αποτελέσματα</vt:lpstr>
      <vt:lpstr>Συμπεράσματα</vt:lpstr>
      <vt:lpstr>Μελλοντικές Επεκτάσεις</vt:lpstr>
      <vt:lpstr>Παρουσίαση του PowerPoint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Βέλτιστος Προγραμματισμός της Λειτουργίας των Μπαταριών των Prosumers για Εξοικονόμηση και Συμμετοχή στις Peer-to-Peer Αγορές</dc:title>
  <dc:creator>vasilis kampourakis</dc:creator>
  <cp:lastModifiedBy>vasilis kampourakis</cp:lastModifiedBy>
  <cp:revision>37</cp:revision>
  <dcterms:created xsi:type="dcterms:W3CDTF">2023-03-08T12:35:55Z</dcterms:created>
  <dcterms:modified xsi:type="dcterms:W3CDTF">2023-06-19T10:19:20Z</dcterms:modified>
</cp:coreProperties>
</file>